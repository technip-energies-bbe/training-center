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0" r:id="rId1"/>
  </p:sldMasterIdLst>
  <p:notesMasterIdLst>
    <p:notesMasterId r:id="rId18"/>
  </p:notesMasterIdLst>
  <p:handoutMasterIdLst>
    <p:handoutMasterId r:id="rId19"/>
  </p:handoutMasterIdLst>
  <p:sldIdLst>
    <p:sldId id="256" r:id="rId2"/>
    <p:sldId id="315" r:id="rId3"/>
    <p:sldId id="259" r:id="rId4"/>
    <p:sldId id="317" r:id="rId5"/>
    <p:sldId id="302" r:id="rId6"/>
    <p:sldId id="332" r:id="rId7"/>
    <p:sldId id="322" r:id="rId8"/>
    <p:sldId id="323" r:id="rId9"/>
    <p:sldId id="325" r:id="rId10"/>
    <p:sldId id="324" r:id="rId11"/>
    <p:sldId id="333" r:id="rId12"/>
    <p:sldId id="329" r:id="rId13"/>
    <p:sldId id="331" r:id="rId14"/>
    <p:sldId id="334" r:id="rId15"/>
    <p:sldId id="328" r:id="rId16"/>
    <p:sldId id="320" r:id="rId17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82" userDrawn="1">
          <p15:clr>
            <a:srgbClr val="A4A3A4"/>
          </p15:clr>
        </p15:guide>
        <p15:guide id="2" pos="1454" userDrawn="1">
          <p15:clr>
            <a:srgbClr val="A4A3A4"/>
          </p15:clr>
        </p15:guide>
        <p15:guide id="3" orient="horz" pos="3603" userDrawn="1">
          <p15:clr>
            <a:srgbClr val="A4A3A4"/>
          </p15:clr>
        </p15:guide>
        <p15:guide id="4" pos="6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ydia Marchetti" initials="LM" lastIdx="29" clrIdx="0">
    <p:extLst>
      <p:ext uri="{19B8F6BF-5375-455C-9EA6-DF929625EA0E}">
        <p15:presenceInfo xmlns:p15="http://schemas.microsoft.com/office/powerpoint/2012/main" userId="S-1-5-21-1120652374-3240075048-774259167-207381" providerId="AD"/>
      </p:ext>
    </p:extLst>
  </p:cmAuthor>
  <p:cmAuthor id="2" name="Geraldine Bil" initials="GB" lastIdx="10" clrIdx="1">
    <p:extLst>
      <p:ext uri="{19B8F6BF-5375-455C-9EA6-DF929625EA0E}">
        <p15:presenceInfo xmlns:p15="http://schemas.microsoft.com/office/powerpoint/2012/main" userId="af5d5e2ea1a74ac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DEDE"/>
    <a:srgbClr val="3D98B7"/>
    <a:srgbClr val="0070EF"/>
    <a:srgbClr val="80C7A0"/>
    <a:srgbClr val="57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224" autoAdjust="0"/>
  </p:normalViewPr>
  <p:slideViewPr>
    <p:cSldViewPr snapToGrid="0" snapToObjects="1">
      <p:cViewPr varScale="1">
        <p:scale>
          <a:sx n="74" d="100"/>
          <a:sy n="74" d="100"/>
        </p:scale>
        <p:origin x="3012" y="66"/>
      </p:cViewPr>
      <p:guideLst>
        <p:guide orient="horz" pos="2982"/>
        <p:guide pos="1454"/>
        <p:guide orient="horz" pos="3603"/>
        <p:guide pos="612"/>
      </p:guideLst>
    </p:cSldViewPr>
  </p:slideViewPr>
  <p:outlineViewPr>
    <p:cViewPr>
      <p:scale>
        <a:sx n="33" d="100"/>
        <a:sy n="33" d="100"/>
      </p:scale>
      <p:origin x="0" y="-1190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notesViewPr>
    <p:cSldViewPr snapToGrid="0" snapToObjects="1">
      <p:cViewPr varScale="1">
        <p:scale>
          <a:sx n="81" d="100"/>
          <a:sy n="81" d="100"/>
        </p:scale>
        <p:origin x="304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6BD703D5-7F20-ED49-B66B-8F59EF68E90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891507D-7F0E-4443-9567-BBB36C6806B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48A58D-B6EA-454E-9EB0-F434EAFF5073}" type="datetimeFigureOut">
              <a:rPr lang="fr-FR" smtClean="0"/>
              <a:t>16/11/2023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8F592C8-1DEB-134E-99BD-AD6788C07A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9DB5A37-76AA-AB46-AD09-48AD7C62BE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65A399-BEF6-F445-98F2-ADEFDCD1FBA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00631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96E8D9-AED3-B44E-86AF-32F082CD2AB1}" type="datetimeFigureOut">
              <a:rPr lang="fr-FR" smtClean="0"/>
              <a:t>16/11/2023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878354-EDC9-3742-9F38-8506D522B35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1305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 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>
            <a:extLst>
              <a:ext uri="{FF2B5EF4-FFF2-40B4-BE49-F238E27FC236}">
                <a16:creationId xmlns:a16="http://schemas.microsoft.com/office/drawing/2014/main" id="{DF9ED82A-0690-9C4D-BD8A-D1E2D844FF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48761" y="4109611"/>
            <a:ext cx="1180393" cy="2431108"/>
          </a:xfrm>
          <a:prstGeom prst="rect">
            <a:avLst/>
          </a:prstGeom>
        </p:spPr>
      </p:pic>
      <p:pic>
        <p:nvPicPr>
          <p:cNvPr id="7" name="Picture 36">
            <a:extLst>
              <a:ext uri="{FF2B5EF4-FFF2-40B4-BE49-F238E27FC236}">
                <a16:creationId xmlns:a16="http://schemas.microsoft.com/office/drawing/2014/main" id="{5CA0D04C-2D5B-A44E-A945-262FFC6C15C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1423" y="346962"/>
            <a:ext cx="3228584" cy="22068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C22365F1-9294-6D40-89DC-18B949BA4FB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99443" y="4937770"/>
            <a:ext cx="2036402" cy="42561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3FC0D72F-9C78-B040-A085-D7728141E3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99444" y="5348673"/>
            <a:ext cx="2036401" cy="36821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9E3743BA-30FA-8645-8BAD-93C4F0429C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r="50609"/>
          <a:stretch/>
        </p:blipFill>
        <p:spPr>
          <a:xfrm>
            <a:off x="1732186" y="4281421"/>
            <a:ext cx="2036401" cy="205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448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without visual">
    <p:bg>
      <p:bgPr>
        <a:gradFill>
          <a:gsLst>
            <a:gs pos="7000">
              <a:schemeClr val="bg2">
                <a:alpha val="93000"/>
              </a:schemeClr>
            </a:gs>
            <a:gs pos="54000">
              <a:schemeClr val="tx2">
                <a:alpha val="93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llipse 13">
            <a:extLst>
              <a:ext uri="{FF2B5EF4-FFF2-40B4-BE49-F238E27FC236}">
                <a16:creationId xmlns:a16="http://schemas.microsoft.com/office/drawing/2014/main" id="{326ABB63-7E1F-FE43-8FFC-661FC25C486A}"/>
              </a:ext>
            </a:extLst>
          </p:cNvPr>
          <p:cNvSpPr/>
          <p:nvPr userDrawn="1"/>
        </p:nvSpPr>
        <p:spPr>
          <a:xfrm>
            <a:off x="554701" y="3824803"/>
            <a:ext cx="2366368" cy="236636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0" name="Forme libre 13">
            <a:extLst>
              <a:ext uri="{FF2B5EF4-FFF2-40B4-BE49-F238E27FC236}">
                <a16:creationId xmlns:a16="http://schemas.microsoft.com/office/drawing/2014/main" id="{A142609A-4482-FD48-BF11-20EF7192ED80}"/>
              </a:ext>
            </a:extLst>
          </p:cNvPr>
          <p:cNvSpPr/>
          <p:nvPr userDrawn="1"/>
        </p:nvSpPr>
        <p:spPr>
          <a:xfrm>
            <a:off x="6679581" y="3836385"/>
            <a:ext cx="889588" cy="2327018"/>
          </a:xfrm>
          <a:custGeom>
            <a:avLst/>
            <a:gdLst>
              <a:gd name="connsiteX0" fmla="*/ 809954 w 809954"/>
              <a:gd name="connsiteY0" fmla="*/ 0 h 2118712"/>
              <a:gd name="connsiteX1" fmla="*/ 809954 w 809954"/>
              <a:gd name="connsiteY1" fmla="*/ 2118712 h 2118712"/>
              <a:gd name="connsiteX2" fmla="*/ 772241 w 809954"/>
              <a:gd name="connsiteY2" fmla="*/ 2109015 h 2118712"/>
              <a:gd name="connsiteX3" fmla="*/ 0 w 809954"/>
              <a:gd name="connsiteY3" fmla="*/ 1059356 h 2118712"/>
              <a:gd name="connsiteX4" fmla="*/ 772241 w 809954"/>
              <a:gd name="connsiteY4" fmla="*/ 9697 h 211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9954" h="2118712">
                <a:moveTo>
                  <a:pt x="809954" y="0"/>
                </a:moveTo>
                <a:lnTo>
                  <a:pt x="809954" y="2118712"/>
                </a:lnTo>
                <a:lnTo>
                  <a:pt x="772241" y="2109015"/>
                </a:lnTo>
                <a:cubicBezTo>
                  <a:pt x="324844" y="1969860"/>
                  <a:pt x="0" y="1552544"/>
                  <a:pt x="0" y="1059356"/>
                </a:cubicBezTo>
                <a:cubicBezTo>
                  <a:pt x="0" y="566169"/>
                  <a:pt x="324844" y="148852"/>
                  <a:pt x="772241" y="96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98260" y="3862541"/>
            <a:ext cx="4816221" cy="2323234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ts val="4200"/>
              </a:lnSpc>
              <a:defRPr sz="4000" b="1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698260" y="6295643"/>
            <a:ext cx="4816221" cy="140290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 marL="534581" indent="0" algn="ctr">
              <a:buNone/>
              <a:defRPr sz="2339"/>
            </a:lvl2pPr>
            <a:lvl3pPr marL="1069162" indent="0" algn="ctr">
              <a:buNone/>
              <a:defRPr sz="2105"/>
            </a:lvl3pPr>
            <a:lvl4pPr marL="1603743" indent="0" algn="ctr">
              <a:buNone/>
              <a:defRPr sz="1871"/>
            </a:lvl4pPr>
            <a:lvl5pPr marL="2138324" indent="0" algn="ctr">
              <a:buNone/>
              <a:defRPr sz="1871"/>
            </a:lvl5pPr>
            <a:lvl6pPr marL="2672906" indent="0" algn="ctr">
              <a:buNone/>
              <a:defRPr sz="1871"/>
            </a:lvl6pPr>
            <a:lvl7pPr marL="3207487" indent="0" algn="ctr">
              <a:buNone/>
              <a:defRPr sz="1871"/>
            </a:lvl7pPr>
            <a:lvl8pPr marL="3742068" indent="0" algn="ctr">
              <a:buNone/>
              <a:defRPr sz="1871"/>
            </a:lvl8pPr>
            <a:lvl9pPr marL="4276649" indent="0" algn="ctr">
              <a:buNone/>
              <a:defRPr sz="1871"/>
            </a:lvl9pPr>
          </a:lstStyle>
          <a:p>
            <a:pPr lvl="0"/>
            <a:r>
              <a:rPr lang="en-US" noProof="0"/>
              <a:t>Edit Master subtitles styles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E3DC550-A06E-4D4E-A70D-8B4872A5F9E3}"/>
              </a:ext>
            </a:extLst>
          </p:cNvPr>
          <p:cNvSpPr txBox="1"/>
          <p:nvPr userDrawn="1"/>
        </p:nvSpPr>
        <p:spPr>
          <a:xfrm>
            <a:off x="295813" y="10132647"/>
            <a:ext cx="6914832" cy="4158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900" noProof="0">
                <a:solidFill>
                  <a:schemeClr val="bg1"/>
                </a:solidFill>
              </a:rPr>
              <a:t>This document and all information are confidential and may not be used, reproduced or distributed without prior authorization </a:t>
            </a:r>
            <a:br>
              <a:rPr lang="en-US" sz="900" noProof="0">
                <a:solidFill>
                  <a:schemeClr val="bg1"/>
                </a:solidFill>
              </a:rPr>
            </a:br>
            <a:r>
              <a:rPr lang="en-US" sz="900" noProof="0">
                <a:solidFill>
                  <a:schemeClr val="bg1"/>
                </a:solidFill>
              </a:rPr>
              <a:t>of TECHNIP ENERGIES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4EF8C55-EC7E-F84D-A1AA-94658F2528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98260" y="3453853"/>
            <a:ext cx="4816221" cy="332488"/>
          </a:xfrm>
        </p:spPr>
        <p:txBody>
          <a:bodyPr anchor="ctr">
            <a:noAutofit/>
          </a:bodyPr>
          <a:lstStyle>
            <a:lvl1pPr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Date</a:t>
            </a:r>
          </a:p>
        </p:txBody>
      </p:sp>
      <p:sp>
        <p:nvSpPr>
          <p:cNvPr id="13" name="Forme libre 12">
            <a:extLst>
              <a:ext uri="{FF2B5EF4-FFF2-40B4-BE49-F238E27FC236}">
                <a16:creationId xmlns:a16="http://schemas.microsoft.com/office/drawing/2014/main" id="{167D6121-23D8-1E40-B6D9-3495D4D6AAE8}"/>
              </a:ext>
            </a:extLst>
          </p:cNvPr>
          <p:cNvSpPr/>
          <p:nvPr userDrawn="1"/>
        </p:nvSpPr>
        <p:spPr>
          <a:xfrm rot="4500000">
            <a:off x="-580239" y="4016499"/>
            <a:ext cx="2399101" cy="1833442"/>
          </a:xfrm>
          <a:custGeom>
            <a:avLst/>
            <a:gdLst>
              <a:gd name="connsiteX0" fmla="*/ 70892 w 3153700"/>
              <a:gd name="connsiteY0" fmla="*/ 1107942 h 2410123"/>
              <a:gd name="connsiteX1" fmla="*/ 1576850 w 3153700"/>
              <a:gd name="connsiteY1" fmla="*/ 0 h 2410123"/>
              <a:gd name="connsiteX2" fmla="*/ 3153700 w 3153700"/>
              <a:gd name="connsiteY2" fmla="*/ 1576849 h 2410123"/>
              <a:gd name="connsiteX3" fmla="*/ 2963383 w 3153700"/>
              <a:gd name="connsiteY3" fmla="*/ 2328469 h 2410123"/>
              <a:gd name="connsiteX4" fmla="*/ 2913777 w 3153700"/>
              <a:gd name="connsiteY4" fmla="*/ 2410123 h 2410123"/>
              <a:gd name="connsiteX5" fmla="*/ 2689 w 3153700"/>
              <a:gd name="connsiteY5" fmla="*/ 1630099 h 2410123"/>
              <a:gd name="connsiteX6" fmla="*/ 0 w 3153700"/>
              <a:gd name="connsiteY6" fmla="*/ 1576849 h 2410123"/>
              <a:gd name="connsiteX7" fmla="*/ 70892 w 3153700"/>
              <a:gd name="connsiteY7" fmla="*/ 1107942 h 2410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53700" h="2410123">
                <a:moveTo>
                  <a:pt x="70892" y="1107942"/>
                </a:moveTo>
                <a:cubicBezTo>
                  <a:pt x="270539" y="466056"/>
                  <a:pt x="869268" y="0"/>
                  <a:pt x="1576850" y="0"/>
                </a:cubicBezTo>
                <a:cubicBezTo>
                  <a:pt x="2447720" y="0"/>
                  <a:pt x="3153700" y="705979"/>
                  <a:pt x="3153700" y="1576849"/>
                </a:cubicBezTo>
                <a:cubicBezTo>
                  <a:pt x="3153700" y="1848996"/>
                  <a:pt x="3084757" y="2105040"/>
                  <a:pt x="2963383" y="2328469"/>
                </a:cubicBezTo>
                <a:lnTo>
                  <a:pt x="2913777" y="2410123"/>
                </a:lnTo>
                <a:lnTo>
                  <a:pt x="2689" y="1630099"/>
                </a:lnTo>
                <a:lnTo>
                  <a:pt x="0" y="1576849"/>
                </a:lnTo>
                <a:cubicBezTo>
                  <a:pt x="0" y="1413561"/>
                  <a:pt x="24820" y="1256070"/>
                  <a:pt x="70892" y="1107942"/>
                </a:cubicBezTo>
                <a:close/>
              </a:path>
            </a:pathLst>
          </a:custGeom>
          <a:gradFill flip="none" rotWithShape="1">
            <a:gsLst>
              <a:gs pos="17000">
                <a:schemeClr val="bg2">
                  <a:alpha val="88000"/>
                </a:schemeClr>
              </a:gs>
              <a:gs pos="100000">
                <a:schemeClr val="tx2">
                  <a:lumMod val="75000"/>
                  <a:alpha val="88000"/>
                </a:schemeClr>
              </a:gs>
              <a:gs pos="75000">
                <a:schemeClr val="tx2">
                  <a:alpha val="88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EC8C1A07-9638-514A-8C3D-EFC7E3D63D9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9696" y="222823"/>
            <a:ext cx="1403573" cy="69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759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visual">
    <p:bg>
      <p:bgPr>
        <a:gradFill>
          <a:gsLst>
            <a:gs pos="7000">
              <a:schemeClr val="bg2">
                <a:alpha val="93000"/>
              </a:schemeClr>
            </a:gs>
            <a:gs pos="54000">
              <a:schemeClr val="tx2">
                <a:alpha val="93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98260" y="3862541"/>
            <a:ext cx="3670889" cy="2323234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ts val="4200"/>
              </a:lnSpc>
              <a:defRPr sz="4000" b="1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698260" y="6295643"/>
            <a:ext cx="3670889" cy="140290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 marL="534581" indent="0" algn="ctr">
              <a:buNone/>
              <a:defRPr sz="2339"/>
            </a:lvl2pPr>
            <a:lvl3pPr marL="1069162" indent="0" algn="ctr">
              <a:buNone/>
              <a:defRPr sz="2105"/>
            </a:lvl3pPr>
            <a:lvl4pPr marL="1603743" indent="0" algn="ctr">
              <a:buNone/>
              <a:defRPr sz="1871"/>
            </a:lvl4pPr>
            <a:lvl5pPr marL="2138324" indent="0" algn="ctr">
              <a:buNone/>
              <a:defRPr sz="1871"/>
            </a:lvl5pPr>
            <a:lvl6pPr marL="2672906" indent="0" algn="ctr">
              <a:buNone/>
              <a:defRPr sz="1871"/>
            </a:lvl6pPr>
            <a:lvl7pPr marL="3207487" indent="0" algn="ctr">
              <a:buNone/>
              <a:defRPr sz="1871"/>
            </a:lvl7pPr>
            <a:lvl8pPr marL="3742068" indent="0" algn="ctr">
              <a:buNone/>
              <a:defRPr sz="1871"/>
            </a:lvl8pPr>
            <a:lvl9pPr marL="4276649" indent="0" algn="ctr">
              <a:buNone/>
              <a:defRPr sz="1871"/>
            </a:lvl9pPr>
          </a:lstStyle>
          <a:p>
            <a:pPr lvl="0"/>
            <a:r>
              <a:rPr lang="en-US" noProof="0"/>
              <a:t>Edit Master subtitles styles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E3DC550-A06E-4D4E-A70D-8B4872A5F9E3}"/>
              </a:ext>
            </a:extLst>
          </p:cNvPr>
          <p:cNvSpPr txBox="1"/>
          <p:nvPr userDrawn="1"/>
        </p:nvSpPr>
        <p:spPr>
          <a:xfrm>
            <a:off x="295813" y="10132647"/>
            <a:ext cx="6914832" cy="4158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900" noProof="0">
                <a:solidFill>
                  <a:schemeClr val="bg1"/>
                </a:solidFill>
              </a:rPr>
              <a:t>This document and all information are confidential and may not be used, reproduced or distributed without prior authorization </a:t>
            </a:r>
            <a:br>
              <a:rPr lang="en-US" sz="900" noProof="0">
                <a:solidFill>
                  <a:schemeClr val="bg1"/>
                </a:solidFill>
              </a:rPr>
            </a:br>
            <a:r>
              <a:rPr lang="en-US" sz="900" noProof="0">
                <a:solidFill>
                  <a:schemeClr val="bg1"/>
                </a:solidFill>
              </a:rPr>
              <a:t>of TECHNIP ENERGIES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4EF8C55-EC7E-F84D-A1AA-94658F2528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98260" y="3453853"/>
            <a:ext cx="3670889" cy="332488"/>
          </a:xfrm>
        </p:spPr>
        <p:txBody>
          <a:bodyPr anchor="ctr">
            <a:noAutofit/>
          </a:bodyPr>
          <a:lstStyle>
            <a:lvl1pPr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Date</a:t>
            </a:r>
          </a:p>
        </p:txBody>
      </p:sp>
      <p:sp>
        <p:nvSpPr>
          <p:cNvPr id="19" name="Espace réservé pour une image  18">
            <a:extLst>
              <a:ext uri="{FF2B5EF4-FFF2-40B4-BE49-F238E27FC236}">
                <a16:creationId xmlns:a16="http://schemas.microsoft.com/office/drawing/2014/main" id="{23CD58FF-EDFE-C94D-A9D4-F58C56651C0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010887" y="3732414"/>
            <a:ext cx="1572068" cy="2697646"/>
          </a:xfrm>
          <a:custGeom>
            <a:avLst/>
            <a:gdLst>
              <a:gd name="connsiteX0" fmla="*/ 1880757 w 2190527"/>
              <a:gd name="connsiteY0" fmla="*/ 0 h 3758913"/>
              <a:gd name="connsiteX1" fmla="*/ 2120297 w 2190527"/>
              <a:gd name="connsiteY1" fmla="*/ 15100 h 3758913"/>
              <a:gd name="connsiteX2" fmla="*/ 2190527 w 2190527"/>
              <a:gd name="connsiteY2" fmla="*/ 28529 h 3758913"/>
              <a:gd name="connsiteX3" fmla="*/ 2190527 w 2190527"/>
              <a:gd name="connsiteY3" fmla="*/ 3730385 h 3758913"/>
              <a:gd name="connsiteX4" fmla="*/ 2120297 w 2190527"/>
              <a:gd name="connsiteY4" fmla="*/ 3743813 h 3758913"/>
              <a:gd name="connsiteX5" fmla="*/ 1880757 w 2190527"/>
              <a:gd name="connsiteY5" fmla="*/ 3758913 h 3758913"/>
              <a:gd name="connsiteX6" fmla="*/ 0 w 2190527"/>
              <a:gd name="connsiteY6" fmla="*/ 1879457 h 3758913"/>
              <a:gd name="connsiteX7" fmla="*/ 1880757 w 2190527"/>
              <a:gd name="connsiteY7" fmla="*/ 0 h 3758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90527" h="3758913">
                <a:moveTo>
                  <a:pt x="1880757" y="0"/>
                </a:moveTo>
                <a:cubicBezTo>
                  <a:pt x="1961907" y="0"/>
                  <a:pt x="2041856" y="5136"/>
                  <a:pt x="2120297" y="15100"/>
                </a:cubicBezTo>
                <a:lnTo>
                  <a:pt x="2190527" y="28529"/>
                </a:lnTo>
                <a:lnTo>
                  <a:pt x="2190527" y="3730385"/>
                </a:lnTo>
                <a:lnTo>
                  <a:pt x="2120297" y="3743813"/>
                </a:lnTo>
                <a:cubicBezTo>
                  <a:pt x="2041856" y="3753778"/>
                  <a:pt x="1961907" y="3758913"/>
                  <a:pt x="1880757" y="3758913"/>
                </a:cubicBezTo>
                <a:cubicBezTo>
                  <a:pt x="842044" y="3758913"/>
                  <a:pt x="0" y="2917452"/>
                  <a:pt x="0" y="1879457"/>
                </a:cubicBezTo>
                <a:cubicBezTo>
                  <a:pt x="0" y="841461"/>
                  <a:pt x="842044" y="0"/>
                  <a:pt x="188075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180000" tIns="0" r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800" b="0" i="0" baseline="0">
                <a:solidFill>
                  <a:srgbClr val="000000"/>
                </a:solidFill>
              </a:defRPr>
            </a:lvl1pPr>
          </a:lstStyle>
          <a:p>
            <a:r>
              <a:rPr lang="en-US" noProof="0"/>
              <a:t>Drag the visual into the area, </a:t>
            </a:r>
            <a:br>
              <a:rPr lang="en-US" noProof="0"/>
            </a:br>
            <a:r>
              <a:rPr lang="en-US" noProof="0"/>
              <a:t>then right-click on it </a:t>
            </a:r>
            <a:br>
              <a:rPr lang="en-US" noProof="0"/>
            </a:br>
            <a:r>
              <a:rPr lang="en-US" noProof="0"/>
              <a:t>and Send to back</a:t>
            </a:r>
          </a:p>
        </p:txBody>
      </p:sp>
      <p:sp>
        <p:nvSpPr>
          <p:cNvPr id="9" name="Forme libre 8">
            <a:extLst>
              <a:ext uri="{FF2B5EF4-FFF2-40B4-BE49-F238E27FC236}">
                <a16:creationId xmlns:a16="http://schemas.microsoft.com/office/drawing/2014/main" id="{88977BED-986B-BC45-84CF-821715C49879}"/>
              </a:ext>
            </a:extLst>
          </p:cNvPr>
          <p:cNvSpPr/>
          <p:nvPr userDrawn="1"/>
        </p:nvSpPr>
        <p:spPr>
          <a:xfrm rot="10800000">
            <a:off x="-1765" y="3726872"/>
            <a:ext cx="1032554" cy="2700456"/>
          </a:xfrm>
          <a:custGeom>
            <a:avLst/>
            <a:gdLst>
              <a:gd name="connsiteX0" fmla="*/ 1162340 w 1162340"/>
              <a:gd name="connsiteY0" fmla="*/ 0 h 3039888"/>
              <a:gd name="connsiteX1" fmla="*/ 1162340 w 1162340"/>
              <a:gd name="connsiteY1" fmla="*/ 3039888 h 3039888"/>
              <a:gd name="connsiteX2" fmla="*/ 1107943 w 1162340"/>
              <a:gd name="connsiteY2" fmla="*/ 3025901 h 3039888"/>
              <a:gd name="connsiteX3" fmla="*/ 0 w 1162340"/>
              <a:gd name="connsiteY3" fmla="*/ 1519944 h 3039888"/>
              <a:gd name="connsiteX4" fmla="*/ 1107943 w 1162340"/>
              <a:gd name="connsiteY4" fmla="*/ 13987 h 3039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2340" h="3039888">
                <a:moveTo>
                  <a:pt x="1162340" y="0"/>
                </a:moveTo>
                <a:lnTo>
                  <a:pt x="1162340" y="3039888"/>
                </a:lnTo>
                <a:lnTo>
                  <a:pt x="1107943" y="3025901"/>
                </a:lnTo>
                <a:cubicBezTo>
                  <a:pt x="466057" y="2826254"/>
                  <a:pt x="0" y="2227526"/>
                  <a:pt x="0" y="1519944"/>
                </a:cubicBezTo>
                <a:cubicBezTo>
                  <a:pt x="0" y="812362"/>
                  <a:pt x="466057" y="213634"/>
                  <a:pt x="1107943" y="13987"/>
                </a:cubicBezTo>
                <a:close/>
              </a:path>
            </a:pathLst>
          </a:custGeom>
          <a:solidFill>
            <a:srgbClr val="EE77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EDFFEFF4-343F-A649-979F-A7A3E4594A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9696" y="222823"/>
            <a:ext cx="1403573" cy="69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500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- long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ED3F28B6-DCD4-F44B-9E55-03DF181833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3623" y="1051778"/>
            <a:ext cx="4113752" cy="930894"/>
          </a:xfrm>
        </p:spPr>
        <p:txBody>
          <a:bodyPr anchor="ctr"/>
          <a:lstStyle>
            <a:lvl1pPr>
              <a:lnSpc>
                <a:spcPct val="100000"/>
              </a:lnSpc>
              <a:defRPr sz="45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Agenda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F789748-91DE-A54F-84D5-3782B9AB1F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61194" y="3670126"/>
            <a:ext cx="5335755" cy="6186446"/>
          </a:xfrm>
        </p:spPr>
        <p:txBody>
          <a:bodyPr/>
          <a:lstStyle>
            <a:lvl1pPr marL="363538" indent="-363538">
              <a:lnSpc>
                <a:spcPct val="100000"/>
              </a:lnSpc>
              <a:spcBef>
                <a:spcPts val="1600"/>
              </a:spcBef>
              <a:buClr>
                <a:schemeClr val="accent1"/>
              </a:buClr>
              <a:buFont typeface="+mj-lt"/>
              <a:buAutoNum type="arabicPeriod"/>
              <a:tabLst/>
              <a:defRPr sz="2000">
                <a:solidFill>
                  <a:schemeClr val="tx2"/>
                </a:solidFill>
              </a:defRPr>
            </a:lvl1pPr>
            <a:lvl2pPr marL="539750" indent="-176213">
              <a:buClr>
                <a:schemeClr val="accent1"/>
              </a:buClr>
              <a:tabLst/>
              <a:defRPr sz="14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FA8AA5A4-8FB1-9446-8B05-B77AA4A47441}"/>
              </a:ext>
            </a:extLst>
          </p:cNvPr>
          <p:cNvSpPr/>
          <p:nvPr userDrawn="1"/>
        </p:nvSpPr>
        <p:spPr>
          <a:xfrm flipH="1">
            <a:off x="5616292" y="722216"/>
            <a:ext cx="1661797" cy="16617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6" name="Forme libre 15">
            <a:extLst>
              <a:ext uri="{FF2B5EF4-FFF2-40B4-BE49-F238E27FC236}">
                <a16:creationId xmlns:a16="http://schemas.microsoft.com/office/drawing/2014/main" id="{34566030-6850-A547-8A66-61B3FB6665BF}"/>
              </a:ext>
            </a:extLst>
          </p:cNvPr>
          <p:cNvSpPr/>
          <p:nvPr userDrawn="1"/>
        </p:nvSpPr>
        <p:spPr>
          <a:xfrm flipH="1">
            <a:off x="-8468" y="727110"/>
            <a:ext cx="835847" cy="1660031"/>
          </a:xfrm>
          <a:custGeom>
            <a:avLst/>
            <a:gdLst>
              <a:gd name="connsiteX0" fmla="*/ 1307454 w 1316639"/>
              <a:gd name="connsiteY0" fmla="*/ 0 h 2614908"/>
              <a:gd name="connsiteX1" fmla="*/ 1316639 w 1316639"/>
              <a:gd name="connsiteY1" fmla="*/ 464 h 2614908"/>
              <a:gd name="connsiteX2" fmla="*/ 1316639 w 1316639"/>
              <a:gd name="connsiteY2" fmla="*/ 2614444 h 2614908"/>
              <a:gd name="connsiteX3" fmla="*/ 1307454 w 1316639"/>
              <a:gd name="connsiteY3" fmla="*/ 2614908 h 2614908"/>
              <a:gd name="connsiteX4" fmla="*/ 0 w 1316639"/>
              <a:gd name="connsiteY4" fmla="*/ 1307454 h 2614908"/>
              <a:gd name="connsiteX5" fmla="*/ 1307454 w 1316639"/>
              <a:gd name="connsiteY5" fmla="*/ 0 h 2614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16639" h="2614908">
                <a:moveTo>
                  <a:pt x="1307454" y="0"/>
                </a:moveTo>
                <a:lnTo>
                  <a:pt x="1316639" y="464"/>
                </a:lnTo>
                <a:lnTo>
                  <a:pt x="1316639" y="2614444"/>
                </a:lnTo>
                <a:lnTo>
                  <a:pt x="1307454" y="2614908"/>
                </a:lnTo>
                <a:cubicBezTo>
                  <a:pt x="585367" y="2614908"/>
                  <a:pt x="0" y="2029541"/>
                  <a:pt x="0" y="1307454"/>
                </a:cubicBezTo>
                <a:cubicBezTo>
                  <a:pt x="0" y="585367"/>
                  <a:pt x="585367" y="0"/>
                  <a:pt x="130745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7" name="Forme libre 16">
            <a:extLst>
              <a:ext uri="{FF2B5EF4-FFF2-40B4-BE49-F238E27FC236}">
                <a16:creationId xmlns:a16="http://schemas.microsoft.com/office/drawing/2014/main" id="{407675F3-53C8-224C-B1B3-84296CC6773E}"/>
              </a:ext>
            </a:extLst>
          </p:cNvPr>
          <p:cNvSpPr/>
          <p:nvPr userDrawn="1"/>
        </p:nvSpPr>
        <p:spPr>
          <a:xfrm rot="15300000">
            <a:off x="6298825" y="967631"/>
            <a:ext cx="1670549" cy="1276668"/>
          </a:xfrm>
          <a:custGeom>
            <a:avLst/>
            <a:gdLst>
              <a:gd name="connsiteX0" fmla="*/ 70892 w 3153700"/>
              <a:gd name="connsiteY0" fmla="*/ 1107942 h 2410123"/>
              <a:gd name="connsiteX1" fmla="*/ 1576850 w 3153700"/>
              <a:gd name="connsiteY1" fmla="*/ 0 h 2410123"/>
              <a:gd name="connsiteX2" fmla="*/ 3153700 w 3153700"/>
              <a:gd name="connsiteY2" fmla="*/ 1576849 h 2410123"/>
              <a:gd name="connsiteX3" fmla="*/ 2963383 w 3153700"/>
              <a:gd name="connsiteY3" fmla="*/ 2328469 h 2410123"/>
              <a:gd name="connsiteX4" fmla="*/ 2913777 w 3153700"/>
              <a:gd name="connsiteY4" fmla="*/ 2410123 h 2410123"/>
              <a:gd name="connsiteX5" fmla="*/ 2689 w 3153700"/>
              <a:gd name="connsiteY5" fmla="*/ 1630099 h 2410123"/>
              <a:gd name="connsiteX6" fmla="*/ 0 w 3153700"/>
              <a:gd name="connsiteY6" fmla="*/ 1576849 h 2410123"/>
              <a:gd name="connsiteX7" fmla="*/ 70892 w 3153700"/>
              <a:gd name="connsiteY7" fmla="*/ 1107942 h 2410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53700" h="2410123">
                <a:moveTo>
                  <a:pt x="70892" y="1107942"/>
                </a:moveTo>
                <a:cubicBezTo>
                  <a:pt x="270539" y="466056"/>
                  <a:pt x="869268" y="0"/>
                  <a:pt x="1576850" y="0"/>
                </a:cubicBezTo>
                <a:cubicBezTo>
                  <a:pt x="2447720" y="0"/>
                  <a:pt x="3153700" y="705979"/>
                  <a:pt x="3153700" y="1576849"/>
                </a:cubicBezTo>
                <a:cubicBezTo>
                  <a:pt x="3153700" y="1848996"/>
                  <a:pt x="3084757" y="2105040"/>
                  <a:pt x="2963383" y="2328469"/>
                </a:cubicBezTo>
                <a:lnTo>
                  <a:pt x="2913777" y="2410123"/>
                </a:lnTo>
                <a:lnTo>
                  <a:pt x="2689" y="1630099"/>
                </a:lnTo>
                <a:lnTo>
                  <a:pt x="0" y="1576849"/>
                </a:lnTo>
                <a:cubicBezTo>
                  <a:pt x="0" y="1413561"/>
                  <a:pt x="24820" y="1256070"/>
                  <a:pt x="70892" y="1107942"/>
                </a:cubicBezTo>
                <a:close/>
              </a:path>
            </a:pathLst>
          </a:custGeom>
          <a:gradFill flip="none" rotWithShape="1">
            <a:gsLst>
              <a:gs pos="17000">
                <a:schemeClr val="bg2">
                  <a:alpha val="88000"/>
                </a:schemeClr>
              </a:gs>
              <a:gs pos="100000">
                <a:schemeClr val="tx2">
                  <a:lumMod val="75000"/>
                  <a:alpha val="88000"/>
                </a:schemeClr>
              </a:gs>
              <a:gs pos="75000">
                <a:schemeClr val="tx2">
                  <a:alpha val="88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5D2041D2-8841-894B-BD70-68E21A06128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7ACE0F3-8189-A845-9809-791BFAAD880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61E99B-6932-8147-88FA-D853710A6FA6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0B28AB51-628F-B247-927D-4AE933831D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9696" y="10011290"/>
            <a:ext cx="966311" cy="486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9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pter blue">
    <p:bg>
      <p:bgPr>
        <a:gradFill>
          <a:gsLst>
            <a:gs pos="7000">
              <a:schemeClr val="bg2">
                <a:alpha val="88000"/>
              </a:schemeClr>
            </a:gs>
            <a:gs pos="54000">
              <a:schemeClr val="tx2">
                <a:alpha val="88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7">
            <a:extLst>
              <a:ext uri="{FF2B5EF4-FFF2-40B4-BE49-F238E27FC236}">
                <a16:creationId xmlns:a16="http://schemas.microsoft.com/office/drawing/2014/main" id="{96011795-9444-D440-AE25-B791FE318D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3346" y="10005734"/>
            <a:ext cx="995379" cy="494745"/>
          </a:xfrm>
          <a:prstGeom prst="rect">
            <a:avLst/>
          </a:prstGeom>
        </p:spPr>
      </p:pic>
      <p:sp>
        <p:nvSpPr>
          <p:cNvPr id="20" name="Ellipse 19">
            <a:extLst>
              <a:ext uri="{FF2B5EF4-FFF2-40B4-BE49-F238E27FC236}">
                <a16:creationId xmlns:a16="http://schemas.microsoft.com/office/drawing/2014/main" id="{EB04B9C7-3407-4E4B-96AE-CE3B9A928C61}"/>
              </a:ext>
            </a:extLst>
          </p:cNvPr>
          <p:cNvSpPr/>
          <p:nvPr userDrawn="1"/>
        </p:nvSpPr>
        <p:spPr>
          <a:xfrm>
            <a:off x="550052" y="2050712"/>
            <a:ext cx="2916662" cy="2916662"/>
          </a:xfrm>
          <a:prstGeom prst="ellipse">
            <a:avLst/>
          </a:prstGeom>
          <a:solidFill>
            <a:srgbClr val="EE77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9" name="Forme libre 13">
            <a:extLst>
              <a:ext uri="{FF2B5EF4-FFF2-40B4-BE49-F238E27FC236}">
                <a16:creationId xmlns:a16="http://schemas.microsoft.com/office/drawing/2014/main" id="{765FA99A-6FAB-124B-BAA1-774316AA196E}"/>
              </a:ext>
            </a:extLst>
          </p:cNvPr>
          <p:cNvSpPr/>
          <p:nvPr userDrawn="1"/>
        </p:nvSpPr>
        <p:spPr>
          <a:xfrm>
            <a:off x="6452847" y="2060420"/>
            <a:ext cx="1119526" cy="2928498"/>
          </a:xfrm>
          <a:custGeom>
            <a:avLst/>
            <a:gdLst>
              <a:gd name="connsiteX0" fmla="*/ 809954 w 809954"/>
              <a:gd name="connsiteY0" fmla="*/ 0 h 2118712"/>
              <a:gd name="connsiteX1" fmla="*/ 809954 w 809954"/>
              <a:gd name="connsiteY1" fmla="*/ 2118712 h 2118712"/>
              <a:gd name="connsiteX2" fmla="*/ 772241 w 809954"/>
              <a:gd name="connsiteY2" fmla="*/ 2109015 h 2118712"/>
              <a:gd name="connsiteX3" fmla="*/ 0 w 809954"/>
              <a:gd name="connsiteY3" fmla="*/ 1059356 h 2118712"/>
              <a:gd name="connsiteX4" fmla="*/ 772241 w 809954"/>
              <a:gd name="connsiteY4" fmla="*/ 9697 h 211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9954" h="2118712">
                <a:moveTo>
                  <a:pt x="809954" y="0"/>
                </a:moveTo>
                <a:lnTo>
                  <a:pt x="809954" y="2118712"/>
                </a:lnTo>
                <a:lnTo>
                  <a:pt x="772241" y="2109015"/>
                </a:lnTo>
                <a:cubicBezTo>
                  <a:pt x="324844" y="1969860"/>
                  <a:pt x="0" y="1552544"/>
                  <a:pt x="0" y="1059356"/>
                </a:cubicBezTo>
                <a:cubicBezTo>
                  <a:pt x="0" y="566169"/>
                  <a:pt x="324844" y="148852"/>
                  <a:pt x="772241" y="9697"/>
                </a:cubicBezTo>
                <a:close/>
              </a:path>
            </a:pathLst>
          </a:custGeom>
          <a:solidFill>
            <a:srgbClr val="EE77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82800" y="5118507"/>
            <a:ext cx="5054600" cy="1995144"/>
          </a:xfrm>
        </p:spPr>
        <p:txBody>
          <a:bodyPr anchor="ctr">
            <a:noAutofit/>
          </a:bodyPr>
          <a:lstStyle>
            <a:lvl1pPr algn="l">
              <a:lnSpc>
                <a:spcPts val="4200"/>
              </a:lnSpc>
              <a:defRPr sz="4000" b="1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082800" y="7113651"/>
            <a:ext cx="5054600" cy="1099260"/>
          </a:xfrm>
        </p:spPr>
        <p:txBody>
          <a:bodyPr>
            <a:no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 marL="534581" indent="0" algn="ctr">
              <a:buNone/>
              <a:defRPr sz="2339"/>
            </a:lvl2pPr>
            <a:lvl3pPr marL="1069162" indent="0" algn="ctr">
              <a:buNone/>
              <a:defRPr sz="2105"/>
            </a:lvl3pPr>
            <a:lvl4pPr marL="1603743" indent="0" algn="ctr">
              <a:buNone/>
              <a:defRPr sz="1871"/>
            </a:lvl4pPr>
            <a:lvl5pPr marL="2138324" indent="0" algn="ctr">
              <a:buNone/>
              <a:defRPr sz="1871"/>
            </a:lvl5pPr>
            <a:lvl6pPr marL="2672906" indent="0" algn="ctr">
              <a:buNone/>
              <a:defRPr sz="1871"/>
            </a:lvl6pPr>
            <a:lvl7pPr marL="3207487" indent="0" algn="ctr">
              <a:buNone/>
              <a:defRPr sz="1871"/>
            </a:lvl7pPr>
            <a:lvl8pPr marL="3742068" indent="0" algn="ctr">
              <a:buNone/>
              <a:defRPr sz="1871"/>
            </a:lvl8pPr>
            <a:lvl9pPr marL="4276649" indent="0" algn="ctr">
              <a:buNone/>
              <a:defRPr sz="1871"/>
            </a:lvl9pPr>
          </a:lstStyle>
          <a:p>
            <a:pPr lvl="0"/>
            <a:r>
              <a:rPr lang="en-US" noProof="0"/>
              <a:t>Edit Master subtitles styles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40F0EDE-1C3D-5941-8BE0-8FA392DCA9C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63F7240-C318-1844-942C-6087BA3D20F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661E99B-6932-8147-88FA-D853710A6FA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6" name="Forme libre 15">
            <a:extLst>
              <a:ext uri="{FF2B5EF4-FFF2-40B4-BE49-F238E27FC236}">
                <a16:creationId xmlns:a16="http://schemas.microsoft.com/office/drawing/2014/main" id="{3D56693C-7D91-5440-95BC-FB7815A4601C}"/>
              </a:ext>
            </a:extLst>
          </p:cNvPr>
          <p:cNvSpPr/>
          <p:nvPr userDrawn="1"/>
        </p:nvSpPr>
        <p:spPr>
          <a:xfrm rot="4500000">
            <a:off x="-716522" y="2278393"/>
            <a:ext cx="2957109" cy="2259883"/>
          </a:xfrm>
          <a:custGeom>
            <a:avLst/>
            <a:gdLst>
              <a:gd name="connsiteX0" fmla="*/ 70892 w 3153700"/>
              <a:gd name="connsiteY0" fmla="*/ 1107942 h 2410123"/>
              <a:gd name="connsiteX1" fmla="*/ 1576850 w 3153700"/>
              <a:gd name="connsiteY1" fmla="*/ 0 h 2410123"/>
              <a:gd name="connsiteX2" fmla="*/ 3153700 w 3153700"/>
              <a:gd name="connsiteY2" fmla="*/ 1576849 h 2410123"/>
              <a:gd name="connsiteX3" fmla="*/ 2963383 w 3153700"/>
              <a:gd name="connsiteY3" fmla="*/ 2328469 h 2410123"/>
              <a:gd name="connsiteX4" fmla="*/ 2913777 w 3153700"/>
              <a:gd name="connsiteY4" fmla="*/ 2410123 h 2410123"/>
              <a:gd name="connsiteX5" fmla="*/ 2689 w 3153700"/>
              <a:gd name="connsiteY5" fmla="*/ 1630099 h 2410123"/>
              <a:gd name="connsiteX6" fmla="*/ 0 w 3153700"/>
              <a:gd name="connsiteY6" fmla="*/ 1576849 h 2410123"/>
              <a:gd name="connsiteX7" fmla="*/ 70892 w 3153700"/>
              <a:gd name="connsiteY7" fmla="*/ 1107942 h 2410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53700" h="2410123">
                <a:moveTo>
                  <a:pt x="70892" y="1107942"/>
                </a:moveTo>
                <a:cubicBezTo>
                  <a:pt x="270539" y="466056"/>
                  <a:pt x="869268" y="0"/>
                  <a:pt x="1576850" y="0"/>
                </a:cubicBezTo>
                <a:cubicBezTo>
                  <a:pt x="2447720" y="0"/>
                  <a:pt x="3153700" y="705979"/>
                  <a:pt x="3153700" y="1576849"/>
                </a:cubicBezTo>
                <a:cubicBezTo>
                  <a:pt x="3153700" y="1848996"/>
                  <a:pt x="3084757" y="2105040"/>
                  <a:pt x="2963383" y="2328469"/>
                </a:cubicBezTo>
                <a:lnTo>
                  <a:pt x="2913777" y="2410123"/>
                </a:lnTo>
                <a:lnTo>
                  <a:pt x="2689" y="1630099"/>
                </a:lnTo>
                <a:lnTo>
                  <a:pt x="0" y="1576849"/>
                </a:lnTo>
                <a:cubicBezTo>
                  <a:pt x="0" y="1413561"/>
                  <a:pt x="24820" y="1256070"/>
                  <a:pt x="70892" y="1107942"/>
                </a:cubicBezTo>
                <a:close/>
              </a:path>
            </a:pathLst>
          </a:custGeom>
          <a:gradFill flip="none" rotWithShape="1">
            <a:gsLst>
              <a:gs pos="17000">
                <a:schemeClr val="bg2">
                  <a:alpha val="88000"/>
                </a:schemeClr>
              </a:gs>
              <a:gs pos="100000">
                <a:schemeClr val="tx2">
                  <a:lumMod val="75000"/>
                  <a:alpha val="88000"/>
                </a:schemeClr>
              </a:gs>
              <a:gs pos="75000">
                <a:schemeClr val="tx2">
                  <a:alpha val="88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7D071750-1614-2A4A-8080-7B1210F618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21456" y="2547769"/>
            <a:ext cx="2066656" cy="1995145"/>
          </a:xfrm>
        </p:spPr>
        <p:txBody>
          <a:bodyPr anchor="ctr">
            <a:noAutofit/>
          </a:bodyPr>
          <a:lstStyle>
            <a:lvl1pPr marL="0" indent="0" algn="ctr">
              <a:buNone/>
              <a:defRPr sz="9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34581" indent="0">
              <a:buNone/>
              <a:defRPr/>
            </a:lvl2pPr>
          </a:lstStyle>
          <a:p>
            <a:pPr lvl="0"/>
            <a:r>
              <a:rPr lang="en-US" noProof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696524008"/>
      </p:ext>
    </p:extLst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llipse 16">
            <a:extLst>
              <a:ext uri="{FF2B5EF4-FFF2-40B4-BE49-F238E27FC236}">
                <a16:creationId xmlns:a16="http://schemas.microsoft.com/office/drawing/2014/main" id="{7B96C60D-5852-224B-B0CE-BA017983D927}"/>
              </a:ext>
            </a:extLst>
          </p:cNvPr>
          <p:cNvSpPr/>
          <p:nvPr userDrawn="1"/>
        </p:nvSpPr>
        <p:spPr>
          <a:xfrm>
            <a:off x="550052" y="2050712"/>
            <a:ext cx="2916662" cy="2916662"/>
          </a:xfrm>
          <a:prstGeom prst="ellipse">
            <a:avLst/>
          </a:prstGeom>
          <a:solidFill>
            <a:srgbClr val="EE77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8" name="Forme libre 13">
            <a:extLst>
              <a:ext uri="{FF2B5EF4-FFF2-40B4-BE49-F238E27FC236}">
                <a16:creationId xmlns:a16="http://schemas.microsoft.com/office/drawing/2014/main" id="{C0D9A0C8-6561-D848-8C9B-9D00D0B9E195}"/>
              </a:ext>
            </a:extLst>
          </p:cNvPr>
          <p:cNvSpPr/>
          <p:nvPr userDrawn="1"/>
        </p:nvSpPr>
        <p:spPr>
          <a:xfrm>
            <a:off x="6452847" y="2060420"/>
            <a:ext cx="1119526" cy="2928498"/>
          </a:xfrm>
          <a:custGeom>
            <a:avLst/>
            <a:gdLst>
              <a:gd name="connsiteX0" fmla="*/ 809954 w 809954"/>
              <a:gd name="connsiteY0" fmla="*/ 0 h 2118712"/>
              <a:gd name="connsiteX1" fmla="*/ 809954 w 809954"/>
              <a:gd name="connsiteY1" fmla="*/ 2118712 h 2118712"/>
              <a:gd name="connsiteX2" fmla="*/ 772241 w 809954"/>
              <a:gd name="connsiteY2" fmla="*/ 2109015 h 2118712"/>
              <a:gd name="connsiteX3" fmla="*/ 0 w 809954"/>
              <a:gd name="connsiteY3" fmla="*/ 1059356 h 2118712"/>
              <a:gd name="connsiteX4" fmla="*/ 772241 w 809954"/>
              <a:gd name="connsiteY4" fmla="*/ 9697 h 211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9954" h="2118712">
                <a:moveTo>
                  <a:pt x="809954" y="0"/>
                </a:moveTo>
                <a:lnTo>
                  <a:pt x="809954" y="2118712"/>
                </a:lnTo>
                <a:lnTo>
                  <a:pt x="772241" y="2109015"/>
                </a:lnTo>
                <a:cubicBezTo>
                  <a:pt x="324844" y="1969860"/>
                  <a:pt x="0" y="1552544"/>
                  <a:pt x="0" y="1059356"/>
                </a:cubicBezTo>
                <a:cubicBezTo>
                  <a:pt x="0" y="566169"/>
                  <a:pt x="324844" y="148852"/>
                  <a:pt x="772241" y="9697"/>
                </a:cubicBezTo>
                <a:close/>
              </a:path>
            </a:pathLst>
          </a:custGeom>
          <a:solidFill>
            <a:srgbClr val="EE77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21" name="Forme libre 20">
            <a:extLst>
              <a:ext uri="{FF2B5EF4-FFF2-40B4-BE49-F238E27FC236}">
                <a16:creationId xmlns:a16="http://schemas.microsoft.com/office/drawing/2014/main" id="{69E38BE1-B104-7445-BB8E-64CF1E7C6588}"/>
              </a:ext>
            </a:extLst>
          </p:cNvPr>
          <p:cNvSpPr/>
          <p:nvPr userDrawn="1"/>
        </p:nvSpPr>
        <p:spPr>
          <a:xfrm rot="4500000">
            <a:off x="-716522" y="2278393"/>
            <a:ext cx="2957109" cy="2259883"/>
          </a:xfrm>
          <a:custGeom>
            <a:avLst/>
            <a:gdLst>
              <a:gd name="connsiteX0" fmla="*/ 70892 w 3153700"/>
              <a:gd name="connsiteY0" fmla="*/ 1107942 h 2410123"/>
              <a:gd name="connsiteX1" fmla="*/ 1576850 w 3153700"/>
              <a:gd name="connsiteY1" fmla="*/ 0 h 2410123"/>
              <a:gd name="connsiteX2" fmla="*/ 3153700 w 3153700"/>
              <a:gd name="connsiteY2" fmla="*/ 1576849 h 2410123"/>
              <a:gd name="connsiteX3" fmla="*/ 2963383 w 3153700"/>
              <a:gd name="connsiteY3" fmla="*/ 2328469 h 2410123"/>
              <a:gd name="connsiteX4" fmla="*/ 2913777 w 3153700"/>
              <a:gd name="connsiteY4" fmla="*/ 2410123 h 2410123"/>
              <a:gd name="connsiteX5" fmla="*/ 2689 w 3153700"/>
              <a:gd name="connsiteY5" fmla="*/ 1630099 h 2410123"/>
              <a:gd name="connsiteX6" fmla="*/ 0 w 3153700"/>
              <a:gd name="connsiteY6" fmla="*/ 1576849 h 2410123"/>
              <a:gd name="connsiteX7" fmla="*/ 70892 w 3153700"/>
              <a:gd name="connsiteY7" fmla="*/ 1107942 h 2410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53700" h="2410123">
                <a:moveTo>
                  <a:pt x="70892" y="1107942"/>
                </a:moveTo>
                <a:cubicBezTo>
                  <a:pt x="270539" y="466056"/>
                  <a:pt x="869268" y="0"/>
                  <a:pt x="1576850" y="0"/>
                </a:cubicBezTo>
                <a:cubicBezTo>
                  <a:pt x="2447720" y="0"/>
                  <a:pt x="3153700" y="705979"/>
                  <a:pt x="3153700" y="1576849"/>
                </a:cubicBezTo>
                <a:cubicBezTo>
                  <a:pt x="3153700" y="1848996"/>
                  <a:pt x="3084757" y="2105040"/>
                  <a:pt x="2963383" y="2328469"/>
                </a:cubicBezTo>
                <a:lnTo>
                  <a:pt x="2913777" y="2410123"/>
                </a:lnTo>
                <a:lnTo>
                  <a:pt x="2689" y="1630099"/>
                </a:lnTo>
                <a:lnTo>
                  <a:pt x="0" y="1576849"/>
                </a:lnTo>
                <a:cubicBezTo>
                  <a:pt x="0" y="1413561"/>
                  <a:pt x="24820" y="1256070"/>
                  <a:pt x="70892" y="1107942"/>
                </a:cubicBezTo>
                <a:close/>
              </a:path>
            </a:pathLst>
          </a:custGeom>
          <a:gradFill flip="none" rotWithShape="1">
            <a:gsLst>
              <a:gs pos="17000">
                <a:schemeClr val="bg2">
                  <a:alpha val="88000"/>
                </a:schemeClr>
              </a:gs>
              <a:gs pos="100000">
                <a:schemeClr val="tx2">
                  <a:lumMod val="75000"/>
                  <a:alpha val="88000"/>
                </a:schemeClr>
              </a:gs>
              <a:gs pos="75000">
                <a:schemeClr val="tx2">
                  <a:alpha val="88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082800" y="5118507"/>
            <a:ext cx="5054600" cy="1995144"/>
          </a:xfrm>
        </p:spPr>
        <p:txBody>
          <a:bodyPr anchor="ctr">
            <a:noAutofit/>
          </a:bodyPr>
          <a:lstStyle>
            <a:lvl1pPr algn="l">
              <a:lnSpc>
                <a:spcPts val="4200"/>
              </a:lnSpc>
              <a:defRPr sz="4000" b="1" i="0" cap="none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082800" y="7113651"/>
            <a:ext cx="5054600" cy="1099260"/>
          </a:xfrm>
        </p:spPr>
        <p:txBody>
          <a:bodyPr>
            <a:no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 marL="534581" indent="0" algn="ctr">
              <a:buNone/>
              <a:defRPr sz="2339"/>
            </a:lvl2pPr>
            <a:lvl3pPr marL="1069162" indent="0" algn="ctr">
              <a:buNone/>
              <a:defRPr sz="2105"/>
            </a:lvl3pPr>
            <a:lvl4pPr marL="1603743" indent="0" algn="ctr">
              <a:buNone/>
              <a:defRPr sz="1871"/>
            </a:lvl4pPr>
            <a:lvl5pPr marL="2138324" indent="0" algn="ctr">
              <a:buNone/>
              <a:defRPr sz="1871"/>
            </a:lvl5pPr>
            <a:lvl6pPr marL="2672906" indent="0" algn="ctr">
              <a:buNone/>
              <a:defRPr sz="1871"/>
            </a:lvl6pPr>
            <a:lvl7pPr marL="3207487" indent="0" algn="ctr">
              <a:buNone/>
              <a:defRPr sz="1871"/>
            </a:lvl7pPr>
            <a:lvl8pPr marL="3742068" indent="0" algn="ctr">
              <a:buNone/>
              <a:defRPr sz="1871"/>
            </a:lvl8pPr>
            <a:lvl9pPr marL="4276649" indent="0" algn="ctr">
              <a:buNone/>
              <a:defRPr sz="1871"/>
            </a:lvl9pPr>
          </a:lstStyle>
          <a:p>
            <a:pPr lvl="0"/>
            <a:r>
              <a:rPr lang="en-US" noProof="0"/>
              <a:t>Edit Master subtitles styles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7D071750-1614-2A4A-8080-7B1210F618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26424" y="2549425"/>
            <a:ext cx="2066656" cy="1995145"/>
          </a:xfrm>
        </p:spPr>
        <p:txBody>
          <a:bodyPr anchor="ctr">
            <a:noAutofit/>
          </a:bodyPr>
          <a:lstStyle>
            <a:lvl1pPr marL="0" indent="0" algn="ctr">
              <a:buNone/>
              <a:defRPr sz="9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34581" indent="0">
              <a:buNone/>
              <a:defRPr/>
            </a:lvl2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88FF3A0-C4FE-E240-8534-D89E53F8236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AA739D4-EB52-1B4E-A223-53900750741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61E99B-6932-8147-88FA-D853710A6FA6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F11BF2A8-2358-4142-AEF9-635AFD4DDE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9696" y="10011290"/>
            <a:ext cx="966311" cy="486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923922"/>
      </p:ext>
    </p:extLst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9811851-78B4-C24D-A88A-4F22405503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3" y="2209800"/>
            <a:ext cx="6757987" cy="7416800"/>
          </a:xfrm>
        </p:spPr>
        <p:txBody>
          <a:bodyPr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4"/>
            <a:endParaRPr lang="en-US" noProof="0" dirty="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391E4DFF-6E27-7949-BA68-87D73D8995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5A377E0-5BE1-7640-9386-548B536B226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61E99B-6932-8147-88FA-D853710A6FA6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2B0DD1FF-740B-1447-AAD7-EA14140596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9696" y="10011290"/>
            <a:ext cx="966311" cy="486014"/>
          </a:xfrm>
          <a:prstGeom prst="rect">
            <a:avLst/>
          </a:prstGeom>
        </p:spPr>
      </p:pic>
      <p:sp>
        <p:nvSpPr>
          <p:cNvPr id="5" name="Titre 4">
            <a:extLst>
              <a:ext uri="{FF2B5EF4-FFF2-40B4-BE49-F238E27FC236}">
                <a16:creationId xmlns:a16="http://schemas.microsoft.com/office/drawing/2014/main" id="{A4AC9FD4-47DA-1744-AB76-ED227EFBC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06464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9811851-78B4-C24D-A88A-4F22405503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3" y="2209800"/>
            <a:ext cx="3265487" cy="7416800"/>
          </a:xfrm>
        </p:spPr>
        <p:txBody>
          <a:bodyPr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4"/>
            <a:endParaRPr lang="en-US" noProof="0" dirty="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391E4DFF-6E27-7949-BA68-87D73D8995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5A377E0-5BE1-7640-9386-548B536B226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61E99B-6932-8147-88FA-D853710A6FA6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2B0DD1FF-740B-1447-AAD7-EA14140596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9696" y="10011290"/>
            <a:ext cx="966311" cy="486014"/>
          </a:xfrm>
          <a:prstGeom prst="rect">
            <a:avLst/>
          </a:prstGeom>
        </p:spPr>
      </p:pic>
      <p:sp>
        <p:nvSpPr>
          <p:cNvPr id="8" name="Espace réservé du texte 3">
            <a:extLst>
              <a:ext uri="{FF2B5EF4-FFF2-40B4-BE49-F238E27FC236}">
                <a16:creationId xmlns:a16="http://schemas.microsoft.com/office/drawing/2014/main" id="{8AF987EF-56C1-8443-BB2B-BD06EC9DC2C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71584" y="2209800"/>
            <a:ext cx="3265487" cy="7416800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4"/>
            <a:endParaRPr lang="en-US" noProof="0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7CB0A6DE-0AC0-D849-98B2-396AB65373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79945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mo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139D7F5-C2CD-3C4E-9230-AEC4FC2FABAF}"/>
              </a:ext>
            </a:extLst>
          </p:cNvPr>
          <p:cNvSpPr/>
          <p:nvPr userDrawn="1"/>
        </p:nvSpPr>
        <p:spPr>
          <a:xfrm rot="10800000" flipH="1">
            <a:off x="392544" y="7190508"/>
            <a:ext cx="6922655" cy="2506683"/>
          </a:xfrm>
          <a:prstGeom prst="rect">
            <a:avLst/>
          </a:prstGeom>
          <a:gradFill>
            <a:gsLst>
              <a:gs pos="7000">
                <a:schemeClr val="bg2"/>
              </a:gs>
              <a:gs pos="54000">
                <a:schemeClr val="tx2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1" name="Forme libre 10">
            <a:extLst>
              <a:ext uri="{FF2B5EF4-FFF2-40B4-BE49-F238E27FC236}">
                <a16:creationId xmlns:a16="http://schemas.microsoft.com/office/drawing/2014/main" id="{A345EBAC-6BF7-6D43-A7B5-6C51F7486FA7}"/>
              </a:ext>
            </a:extLst>
          </p:cNvPr>
          <p:cNvSpPr/>
          <p:nvPr userDrawn="1"/>
        </p:nvSpPr>
        <p:spPr>
          <a:xfrm rot="18900000">
            <a:off x="7028431" y="7274455"/>
            <a:ext cx="90000" cy="90000"/>
          </a:xfrm>
          <a:custGeom>
            <a:avLst/>
            <a:gdLst>
              <a:gd name="connsiteX0" fmla="*/ 0 w 174504"/>
              <a:gd name="connsiteY0" fmla="*/ 0 h 139603"/>
              <a:gd name="connsiteX1" fmla="*/ 0 w 174504"/>
              <a:gd name="connsiteY1" fmla="*/ 139603 h 139603"/>
              <a:gd name="connsiteX2" fmla="*/ 174504 w 174504"/>
              <a:gd name="connsiteY2" fmla="*/ 139603 h 13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4504" h="139603">
                <a:moveTo>
                  <a:pt x="0" y="0"/>
                </a:moveTo>
                <a:lnTo>
                  <a:pt x="0" y="139603"/>
                </a:lnTo>
                <a:lnTo>
                  <a:pt x="174504" y="139603"/>
                </a:lnTo>
              </a:path>
            </a:pathLst>
          </a:custGeom>
          <a:noFill/>
          <a:ln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0953FE9-D87F-1341-84DB-E15BAAE70AA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47137" y="7255816"/>
            <a:ext cx="6733126" cy="2389086"/>
          </a:xfrm>
        </p:spPr>
        <p:txBody>
          <a:bodyPr anchor="t">
            <a:noAutofit/>
          </a:bodyPr>
          <a:lstStyle>
            <a:lvl1pPr>
              <a:lnSpc>
                <a:spcPts val="7000"/>
              </a:lnSpc>
              <a:spcBef>
                <a:spcPts val="0"/>
              </a:spcBef>
              <a:defRPr sz="4200" b="1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7424" indent="0">
              <a:lnSpc>
                <a:spcPts val="2100"/>
              </a:lnSpc>
              <a:spcBef>
                <a:spcPts val="0"/>
              </a:spcBef>
              <a:buNone/>
              <a:tabLst/>
              <a:defRPr sz="1800">
                <a:solidFill>
                  <a:schemeClr val="bg1"/>
                </a:solidFill>
              </a:defRPr>
            </a:lvl2pPr>
            <a:lvl3pPr marL="269875" indent="-130175">
              <a:tabLst/>
              <a:defRPr sz="1200">
                <a:solidFill>
                  <a:schemeClr val="bg1"/>
                </a:solidFill>
              </a:defRPr>
            </a:lvl3pPr>
            <a:lvl4pPr marL="411163" indent="-141288">
              <a:buClr>
                <a:schemeClr val="bg1"/>
              </a:buClr>
              <a:tabLst/>
              <a:defRPr sz="1000">
                <a:solidFill>
                  <a:schemeClr val="bg1"/>
                </a:solidFill>
              </a:defRPr>
            </a:lvl4pPr>
            <a:lvl5pPr marL="975116" indent="-138595"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00 000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C153744-F465-6D48-AEF1-976AFA810358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5294393" y="7265795"/>
            <a:ext cx="1885870" cy="562243"/>
          </a:xfrm>
          <a:prstGeom prst="rect">
            <a:avLst/>
          </a:prstGeom>
          <a:ln>
            <a:noFill/>
          </a:ln>
        </p:spPr>
        <p:txBody>
          <a:bodyPr lIns="36000" tIns="18000" rIns="0" anchor="ctr">
            <a:noAutofit/>
          </a:bodyPr>
          <a:lstStyle>
            <a:lvl1pPr algn="r">
              <a:lnSpc>
                <a:spcPts val="1100"/>
              </a:lnSpc>
              <a:spcBef>
                <a:spcPts val="0"/>
              </a:spcBef>
              <a:defRPr sz="10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Master text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F5F600F3-11C7-FE49-825B-73C8663737C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89E3117-CF92-1949-9C18-4A44EB2E6E2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661E99B-6932-8147-88FA-D853710A6FA6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277A4185-A365-0041-AA25-976C122A17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9696" y="10011290"/>
            <a:ext cx="966311" cy="486014"/>
          </a:xfrm>
          <a:prstGeom prst="rect">
            <a:avLst/>
          </a:prstGeom>
        </p:spPr>
      </p:pic>
      <p:sp>
        <p:nvSpPr>
          <p:cNvPr id="18" name="Espace réservé du texte 3">
            <a:extLst>
              <a:ext uri="{FF2B5EF4-FFF2-40B4-BE49-F238E27FC236}">
                <a16:creationId xmlns:a16="http://schemas.microsoft.com/office/drawing/2014/main" id="{F1413D72-B641-074C-A84F-7CE8F234F2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2" y="2209800"/>
            <a:ext cx="6922655" cy="4868885"/>
          </a:xfrm>
        </p:spPr>
        <p:txBody>
          <a:bodyPr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4"/>
            <a:endParaRPr lang="en-US" noProof="0" dirty="0"/>
          </a:p>
        </p:txBody>
      </p:sp>
      <p:sp>
        <p:nvSpPr>
          <p:cNvPr id="9" name="Titre 8">
            <a:extLst>
              <a:ext uri="{FF2B5EF4-FFF2-40B4-BE49-F238E27FC236}">
                <a16:creationId xmlns:a16="http://schemas.microsoft.com/office/drawing/2014/main" id="{BC648FF8-7633-0349-8BC6-1463DE71B2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19" name="Espace réservé du texte 6">
            <a:extLst>
              <a:ext uri="{FF2B5EF4-FFF2-40B4-BE49-F238E27FC236}">
                <a16:creationId xmlns:a16="http://schemas.microsoft.com/office/drawing/2014/main" id="{E1F9BC0B-3DA4-2043-84E0-19C47EBE55A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011" y="1630331"/>
            <a:ext cx="6757060" cy="562243"/>
          </a:xfrm>
        </p:spPr>
        <p:txBody>
          <a:bodyPr/>
          <a:lstStyle>
            <a:lvl1pPr>
              <a:lnSpc>
                <a:spcPts val="2300"/>
              </a:lnSpc>
              <a:defRPr sz="20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65241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verbatim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0420AE3-4E7C-0B48-A3B8-D3D5103A5122}"/>
              </a:ext>
            </a:extLst>
          </p:cNvPr>
          <p:cNvSpPr/>
          <p:nvPr userDrawn="1"/>
        </p:nvSpPr>
        <p:spPr>
          <a:xfrm rot="10800000" flipH="1">
            <a:off x="399469" y="7010400"/>
            <a:ext cx="6915730" cy="2734922"/>
          </a:xfrm>
          <a:prstGeom prst="rect">
            <a:avLst/>
          </a:prstGeom>
          <a:gradFill>
            <a:gsLst>
              <a:gs pos="7000">
                <a:schemeClr val="bg2"/>
              </a:gs>
              <a:gs pos="54000">
                <a:schemeClr val="tx2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0" name="Espace réservé du texte 3">
            <a:extLst>
              <a:ext uri="{FF2B5EF4-FFF2-40B4-BE49-F238E27FC236}">
                <a16:creationId xmlns:a16="http://schemas.microsoft.com/office/drawing/2014/main" id="{4C695330-44F1-7D47-BA55-571B9959AF4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3" y="2209800"/>
            <a:ext cx="6935786" cy="4662055"/>
          </a:xfrm>
        </p:spPr>
        <p:txBody>
          <a:bodyPr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4"/>
            <a:endParaRPr lang="en-US" noProof="0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0C73EA2-F760-4A40-AF96-1F3C89E7965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28384" y="7137823"/>
            <a:ext cx="6651878" cy="2272186"/>
          </a:xfrm>
        </p:spPr>
        <p:txBody>
          <a:bodyPr anchor="t">
            <a:noAutofit/>
          </a:bodyPr>
          <a:lstStyle>
            <a:lvl1pPr>
              <a:spcBef>
                <a:spcPts val="0"/>
              </a:spcBef>
              <a:defRPr sz="2000" b="1" i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  <a:lvl2pPr>
              <a:spcBef>
                <a:spcPts val="0"/>
              </a:spcBef>
              <a:buClr>
                <a:schemeClr val="accent1"/>
              </a:buClr>
              <a:defRPr sz="1400">
                <a:solidFill>
                  <a:schemeClr val="bg1"/>
                </a:solidFill>
              </a:defRPr>
            </a:lvl2pPr>
            <a:lvl3pPr>
              <a:buClr>
                <a:schemeClr val="bg2"/>
              </a:buClr>
              <a:defRPr sz="1000">
                <a:solidFill>
                  <a:schemeClr val="bg1"/>
                </a:solidFill>
              </a:defRPr>
            </a:lvl3pPr>
            <a:lvl4pPr>
              <a:defRPr sz="1403"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verbatim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E78B5AAE-4234-AF42-90FE-6DD87356D3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4503" y="9054212"/>
            <a:ext cx="990696" cy="667873"/>
          </a:xfrm>
          <a:prstGeom prst="rect">
            <a:avLst/>
          </a:prstGeom>
        </p:spPr>
      </p:pic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6E8E0F07-CC78-B249-BF09-CB96574E1A6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0239ACA-6858-3A43-A7BB-8E04D05AF51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661E99B-6932-8147-88FA-D853710A6FA6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74C1BD3B-8209-D747-91CA-CFB24086F5E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9696" y="10011290"/>
            <a:ext cx="966311" cy="486014"/>
          </a:xfrm>
          <a:prstGeom prst="rect">
            <a:avLst/>
          </a:prstGeom>
        </p:spPr>
      </p:pic>
      <p:sp>
        <p:nvSpPr>
          <p:cNvPr id="9" name="Titre 8">
            <a:extLst>
              <a:ext uri="{FF2B5EF4-FFF2-40B4-BE49-F238E27FC236}">
                <a16:creationId xmlns:a16="http://schemas.microsoft.com/office/drawing/2014/main" id="{1992C840-D16E-A545-84F5-F6C1AA22CC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21" name="Espace réservé du texte 6">
            <a:extLst>
              <a:ext uri="{FF2B5EF4-FFF2-40B4-BE49-F238E27FC236}">
                <a16:creationId xmlns:a16="http://schemas.microsoft.com/office/drawing/2014/main" id="{64A9AD69-9155-2048-986E-6978048021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011" y="1630331"/>
            <a:ext cx="6757060" cy="562243"/>
          </a:xfrm>
        </p:spPr>
        <p:txBody>
          <a:bodyPr/>
          <a:lstStyle>
            <a:lvl1pPr>
              <a:lnSpc>
                <a:spcPts val="2300"/>
              </a:lnSpc>
              <a:defRPr sz="20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28482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ce réservé pour une image  11">
            <a:extLst>
              <a:ext uri="{FF2B5EF4-FFF2-40B4-BE49-F238E27FC236}">
                <a16:creationId xmlns:a16="http://schemas.microsoft.com/office/drawing/2014/main" id="{1380CAA6-22AD-A44A-9B2D-4448982E169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79414" y="6340839"/>
            <a:ext cx="6757658" cy="30400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0" tIns="0" rIns="0" bIns="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200" b="0" i="0" baseline="0">
                <a:solidFill>
                  <a:srgbClr val="000000"/>
                </a:solidFill>
              </a:defRPr>
            </a:lvl1pPr>
          </a:lstStyle>
          <a:p>
            <a:r>
              <a:rPr lang="en-US" noProof="0" dirty="0"/>
              <a:t>Drag the visual into the area, </a:t>
            </a:r>
            <a:br>
              <a:rPr lang="en-US" noProof="0" dirty="0"/>
            </a:br>
            <a:r>
              <a:rPr lang="en-US" noProof="0" dirty="0"/>
              <a:t>then right-click on it </a:t>
            </a:r>
            <a:br>
              <a:rPr lang="en-US" noProof="0" dirty="0"/>
            </a:br>
            <a:r>
              <a:rPr lang="en-US" noProof="0" dirty="0"/>
              <a:t>and Send to back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4FA0FB57-12B8-1A45-8C2A-7F053854DE9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168511-D5F8-D141-A5AB-73DAA902692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661E99B-6932-8147-88FA-D853710A6FA6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A8373A20-ABB2-7840-9F43-28E0AA6892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9696" y="10011290"/>
            <a:ext cx="966311" cy="486014"/>
          </a:xfrm>
          <a:prstGeom prst="rect">
            <a:avLst/>
          </a:prstGeom>
        </p:spPr>
      </p:pic>
      <p:sp>
        <p:nvSpPr>
          <p:cNvPr id="13" name="Espace réservé du texte 3">
            <a:extLst>
              <a:ext uri="{FF2B5EF4-FFF2-40B4-BE49-F238E27FC236}">
                <a16:creationId xmlns:a16="http://schemas.microsoft.com/office/drawing/2014/main" id="{7456017D-99D3-A04F-A16C-DF746D8E71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3" y="2209800"/>
            <a:ext cx="6757060" cy="3876207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4"/>
            <a:endParaRPr lang="en-US" noProof="0"/>
          </a:p>
        </p:txBody>
      </p:sp>
      <p:sp>
        <p:nvSpPr>
          <p:cNvPr id="9" name="Titre 8">
            <a:extLst>
              <a:ext uri="{FF2B5EF4-FFF2-40B4-BE49-F238E27FC236}">
                <a16:creationId xmlns:a16="http://schemas.microsoft.com/office/drawing/2014/main" id="{FFE4F11E-39D3-1D41-B8BB-087939D1B4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15" name="Espace réservé du texte 6">
            <a:extLst>
              <a:ext uri="{FF2B5EF4-FFF2-40B4-BE49-F238E27FC236}">
                <a16:creationId xmlns:a16="http://schemas.microsoft.com/office/drawing/2014/main" id="{64D0E494-A022-DC4F-8759-72850A0643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011" y="1630331"/>
            <a:ext cx="6757060" cy="562243"/>
          </a:xfrm>
        </p:spPr>
        <p:txBody>
          <a:bodyPr/>
          <a:lstStyle>
            <a:lvl1pPr>
              <a:lnSpc>
                <a:spcPts val="2300"/>
              </a:lnSpc>
              <a:defRPr sz="20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9185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ce réservé pour une image  11">
            <a:extLst>
              <a:ext uri="{FF2B5EF4-FFF2-40B4-BE49-F238E27FC236}">
                <a16:creationId xmlns:a16="http://schemas.microsoft.com/office/drawing/2014/main" id="{1380CAA6-22AD-A44A-9B2D-4448982E169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2333212"/>
            <a:ext cx="7572375" cy="62229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0" tIns="0" rIns="0" bIns="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200" b="0" i="0" baseline="0">
                <a:solidFill>
                  <a:srgbClr val="000000"/>
                </a:solidFill>
              </a:defRPr>
            </a:lvl1pPr>
          </a:lstStyle>
          <a:p>
            <a:r>
              <a:rPr lang="en-US" noProof="0"/>
              <a:t>Drag the visual into the area, </a:t>
            </a:r>
            <a:br>
              <a:rPr lang="en-US" noProof="0"/>
            </a:br>
            <a:r>
              <a:rPr lang="en-US" noProof="0"/>
              <a:t>then right-click on it </a:t>
            </a:r>
            <a:br>
              <a:rPr lang="en-US" noProof="0"/>
            </a:br>
            <a:r>
              <a:rPr lang="en-US" noProof="0"/>
              <a:t>and Send to back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38748850-F865-BE44-96C4-F42073919DA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B651FF8-2D02-0F42-BBE1-5DFFB11C6A0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661E99B-6932-8147-88FA-D853710A6FA6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52959E13-2172-0349-A9DE-279DB03E10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9696" y="10011290"/>
            <a:ext cx="966311" cy="486014"/>
          </a:xfrm>
          <a:prstGeom prst="rect">
            <a:avLst/>
          </a:prstGeom>
        </p:spPr>
      </p:pic>
      <p:sp>
        <p:nvSpPr>
          <p:cNvPr id="12" name="Espace réservé du texte 6">
            <a:extLst>
              <a:ext uri="{FF2B5EF4-FFF2-40B4-BE49-F238E27FC236}">
                <a16:creationId xmlns:a16="http://schemas.microsoft.com/office/drawing/2014/main" id="{FDE09002-D520-A149-9FF6-E103D25EEB3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0011" y="8843931"/>
            <a:ext cx="2071089" cy="1138241"/>
          </a:xfrm>
        </p:spPr>
        <p:txBody>
          <a:bodyPr/>
          <a:lstStyle>
            <a:lvl1pPr>
              <a:lnSpc>
                <a:spcPct val="100000"/>
              </a:lnSpc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3" name="Espace réservé du texte 6">
            <a:extLst>
              <a:ext uri="{FF2B5EF4-FFF2-40B4-BE49-F238E27FC236}">
                <a16:creationId xmlns:a16="http://schemas.microsoft.com/office/drawing/2014/main" id="{12022D0A-9787-9644-B48C-59B59CF978A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911" y="8843931"/>
            <a:ext cx="2071089" cy="1138241"/>
          </a:xfrm>
        </p:spPr>
        <p:txBody>
          <a:bodyPr/>
          <a:lstStyle>
            <a:lvl1pPr>
              <a:lnSpc>
                <a:spcPct val="100000"/>
              </a:lnSpc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Espace réservé du texte 6">
            <a:extLst>
              <a:ext uri="{FF2B5EF4-FFF2-40B4-BE49-F238E27FC236}">
                <a16:creationId xmlns:a16="http://schemas.microsoft.com/office/drawing/2014/main" id="{ED8EE47F-86AB-CB4F-AE62-67584CD4AE5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91711" y="8843931"/>
            <a:ext cx="2071089" cy="1138241"/>
          </a:xfrm>
        </p:spPr>
        <p:txBody>
          <a:bodyPr/>
          <a:lstStyle>
            <a:lvl1pPr>
              <a:lnSpc>
                <a:spcPct val="100000"/>
              </a:lnSpc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Titre 8">
            <a:extLst>
              <a:ext uri="{FF2B5EF4-FFF2-40B4-BE49-F238E27FC236}">
                <a16:creationId xmlns:a16="http://schemas.microsoft.com/office/drawing/2014/main" id="{0F369100-27AA-DE46-AF92-04FCA08C49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16" name="Espace réservé du texte 6">
            <a:extLst>
              <a:ext uri="{FF2B5EF4-FFF2-40B4-BE49-F238E27FC236}">
                <a16:creationId xmlns:a16="http://schemas.microsoft.com/office/drawing/2014/main" id="{9CEDC650-E149-7B49-B2C3-6B17035676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011" y="1630331"/>
            <a:ext cx="6757060" cy="562243"/>
          </a:xfrm>
        </p:spPr>
        <p:txBody>
          <a:bodyPr/>
          <a:lstStyle>
            <a:lvl1pPr>
              <a:lnSpc>
                <a:spcPts val="2300"/>
              </a:lnSpc>
              <a:defRPr sz="20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68797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574CC72-A39F-384E-9346-629D1C55DFEE}"/>
              </a:ext>
            </a:extLst>
          </p:cNvPr>
          <p:cNvSpPr/>
          <p:nvPr userDrawn="1"/>
        </p:nvSpPr>
        <p:spPr>
          <a:xfrm rot="16200000" flipH="1">
            <a:off x="689211" y="1644000"/>
            <a:ext cx="6193952" cy="7572373"/>
          </a:xfrm>
          <a:prstGeom prst="rect">
            <a:avLst/>
          </a:prstGeom>
          <a:gradFill>
            <a:gsLst>
              <a:gs pos="7000">
                <a:schemeClr val="bg2"/>
              </a:gs>
              <a:gs pos="54000">
                <a:schemeClr val="tx2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2AECA3CA-4AE4-DF49-A2C6-BFBCAF2588F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EC7EBAD-409B-A448-9F09-9D8DCCDFCFB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61E99B-6932-8147-88FA-D853710A6FA6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C9AAB5B-E652-494D-937B-3BB42AC55B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9696" y="10011290"/>
            <a:ext cx="966311" cy="486014"/>
          </a:xfrm>
          <a:prstGeom prst="rect">
            <a:avLst/>
          </a:prstGeom>
        </p:spPr>
      </p:pic>
      <p:sp>
        <p:nvSpPr>
          <p:cNvPr id="13" name="Espace réservé du texte 6">
            <a:extLst>
              <a:ext uri="{FF2B5EF4-FFF2-40B4-BE49-F238E27FC236}">
                <a16:creationId xmlns:a16="http://schemas.microsoft.com/office/drawing/2014/main" id="{E235A9BF-0B55-0B47-ABAF-A0860EC7B55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0011" y="8843931"/>
            <a:ext cx="2071089" cy="1138241"/>
          </a:xfrm>
        </p:spPr>
        <p:txBody>
          <a:bodyPr/>
          <a:lstStyle>
            <a:lvl1pPr>
              <a:lnSpc>
                <a:spcPct val="100000"/>
              </a:lnSpc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Espace réservé du texte 6">
            <a:extLst>
              <a:ext uri="{FF2B5EF4-FFF2-40B4-BE49-F238E27FC236}">
                <a16:creationId xmlns:a16="http://schemas.microsoft.com/office/drawing/2014/main" id="{32EBA507-8281-A14D-BE8E-A2921FEEDBA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54911" y="8843931"/>
            <a:ext cx="2071089" cy="1138241"/>
          </a:xfrm>
        </p:spPr>
        <p:txBody>
          <a:bodyPr/>
          <a:lstStyle>
            <a:lvl1pPr>
              <a:lnSpc>
                <a:spcPct val="100000"/>
              </a:lnSpc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Espace réservé du texte 6">
            <a:extLst>
              <a:ext uri="{FF2B5EF4-FFF2-40B4-BE49-F238E27FC236}">
                <a16:creationId xmlns:a16="http://schemas.microsoft.com/office/drawing/2014/main" id="{627D0D3F-D0BD-E64E-BC7C-415BE0380FF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91711" y="8843931"/>
            <a:ext cx="2071089" cy="1138241"/>
          </a:xfrm>
        </p:spPr>
        <p:txBody>
          <a:bodyPr/>
          <a:lstStyle>
            <a:lvl1pPr>
              <a:lnSpc>
                <a:spcPct val="100000"/>
              </a:lnSpc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Titre 15">
            <a:extLst>
              <a:ext uri="{FF2B5EF4-FFF2-40B4-BE49-F238E27FC236}">
                <a16:creationId xmlns:a16="http://schemas.microsoft.com/office/drawing/2014/main" id="{395A9C70-14B1-134D-BADB-3BA80E7AED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17" name="Espace réservé du texte 6">
            <a:extLst>
              <a:ext uri="{FF2B5EF4-FFF2-40B4-BE49-F238E27FC236}">
                <a16:creationId xmlns:a16="http://schemas.microsoft.com/office/drawing/2014/main" id="{7CE1072F-5E2F-BD45-A8E4-CCFF0BAE0B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011" y="1630331"/>
            <a:ext cx="6757060" cy="562243"/>
          </a:xfrm>
        </p:spPr>
        <p:txBody>
          <a:bodyPr/>
          <a:lstStyle>
            <a:lvl1pPr>
              <a:lnSpc>
                <a:spcPts val="2300"/>
              </a:lnSpc>
              <a:defRPr sz="20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7444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ubtitle blue background">
    <p:bg>
      <p:bgPr>
        <a:gradFill>
          <a:gsLst>
            <a:gs pos="4000">
              <a:schemeClr val="bg2"/>
            </a:gs>
            <a:gs pos="51000">
              <a:schemeClr val="tx2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ED948C54-7300-7846-97E2-FA5F99AAC8F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431C2F9-EE82-674E-9E32-2A245764961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661E99B-6932-8147-88FA-D853710A6FA6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CB9D65B-396A-8A4D-8AB2-C5E13C7921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3346" y="10005734"/>
            <a:ext cx="995379" cy="494745"/>
          </a:xfrm>
          <a:prstGeom prst="rect">
            <a:avLst/>
          </a:prstGeom>
        </p:spPr>
      </p:pic>
      <p:sp>
        <p:nvSpPr>
          <p:cNvPr id="8" name="Titre 7">
            <a:extLst>
              <a:ext uri="{FF2B5EF4-FFF2-40B4-BE49-F238E27FC236}">
                <a16:creationId xmlns:a16="http://schemas.microsoft.com/office/drawing/2014/main" id="{B1E2355D-F836-3F47-A9B3-3D55C014E3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Espace réservé du texte 6">
            <a:extLst>
              <a:ext uri="{FF2B5EF4-FFF2-40B4-BE49-F238E27FC236}">
                <a16:creationId xmlns:a16="http://schemas.microsoft.com/office/drawing/2014/main" id="{204A6F81-56C7-3640-A855-3AF6493310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011" y="1630331"/>
            <a:ext cx="6757060" cy="562243"/>
          </a:xfrm>
        </p:spPr>
        <p:txBody>
          <a:bodyPr/>
          <a:lstStyle>
            <a:lvl1pPr>
              <a:lnSpc>
                <a:spcPts val="2300"/>
              </a:lnSpc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7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FEB0B17D-AD2A-9743-AD8D-0529530669F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870133B-1FA2-0045-BDF1-AC508944206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61E99B-6932-8147-88FA-D853710A6FA6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CF19F8B-D3CE-A644-BA08-FD140E9F81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9696" y="10011290"/>
            <a:ext cx="966311" cy="486014"/>
          </a:xfrm>
          <a:prstGeom prst="rect">
            <a:avLst/>
          </a:prstGeom>
        </p:spPr>
      </p:pic>
      <p:sp>
        <p:nvSpPr>
          <p:cNvPr id="11" name="Titre 10">
            <a:extLst>
              <a:ext uri="{FF2B5EF4-FFF2-40B4-BE49-F238E27FC236}">
                <a16:creationId xmlns:a16="http://schemas.microsoft.com/office/drawing/2014/main" id="{BC580264-0B27-944C-8FD3-E3824A637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12" name="Espace réservé du texte 6">
            <a:extLst>
              <a:ext uri="{FF2B5EF4-FFF2-40B4-BE49-F238E27FC236}">
                <a16:creationId xmlns:a16="http://schemas.microsoft.com/office/drawing/2014/main" id="{C3E7F1C7-83AE-3247-AE47-F0CEDA7E1B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011" y="1630331"/>
            <a:ext cx="6757060" cy="562243"/>
          </a:xfrm>
        </p:spPr>
        <p:txBody>
          <a:bodyPr/>
          <a:lstStyle>
            <a:lvl1pPr>
              <a:lnSpc>
                <a:spcPts val="2300"/>
              </a:lnSpc>
              <a:defRPr sz="20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4464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FEB0B17D-AD2A-9743-AD8D-0529530669F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870133B-1FA2-0045-BDF1-AC508944206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61E99B-6932-8147-88FA-D853710A6FA6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CF19F8B-D3CE-A644-BA08-FD140E9F81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9696" y="10011290"/>
            <a:ext cx="966311" cy="486014"/>
          </a:xfrm>
          <a:prstGeom prst="rect">
            <a:avLst/>
          </a:prstGeom>
        </p:spPr>
      </p:pic>
      <p:sp>
        <p:nvSpPr>
          <p:cNvPr id="5" name="Titre 4">
            <a:extLst>
              <a:ext uri="{FF2B5EF4-FFF2-40B4-BE49-F238E27FC236}">
                <a16:creationId xmlns:a16="http://schemas.microsoft.com/office/drawing/2014/main" id="{61B78DA5-A5B5-1D4F-AD5F-6A3930788B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7408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FEB0B17D-AD2A-9743-AD8D-0529530669F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870133B-1FA2-0045-BDF1-AC508944206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61E99B-6932-8147-88FA-D853710A6FA6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CF19F8B-D3CE-A644-BA08-FD140E9F81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9696" y="10011290"/>
            <a:ext cx="966311" cy="486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593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0011" y="496388"/>
            <a:ext cx="6757060" cy="1094905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011" y="1933303"/>
            <a:ext cx="6757060" cy="804886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73200" y="9982172"/>
            <a:ext cx="5123749" cy="56924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80436" y="9982172"/>
            <a:ext cx="434763" cy="56924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661E99B-6932-8147-88FA-D853710A6FA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11781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52" r:id="rId2"/>
    <p:sldLayoutId id="2147483776" r:id="rId3"/>
    <p:sldLayoutId id="2147483777" r:id="rId4"/>
    <p:sldLayoutId id="2147483757" r:id="rId5"/>
    <p:sldLayoutId id="2147483779" r:id="rId6"/>
    <p:sldLayoutId id="2147483783" r:id="rId7"/>
    <p:sldLayoutId id="2147483782" r:id="rId8"/>
    <p:sldLayoutId id="2147483770" r:id="rId9"/>
    <p:sldLayoutId id="2147483771" r:id="rId10"/>
    <p:sldLayoutId id="2147483772" r:id="rId11"/>
    <p:sldLayoutId id="2147483773" r:id="rId12"/>
    <p:sldLayoutId id="2147483778" r:id="rId13"/>
    <p:sldLayoutId id="2147483710" r:id="rId14"/>
    <p:sldLayoutId id="2147483774" r:id="rId15"/>
    <p:sldLayoutId id="2147483781" r:id="rId16"/>
    <p:sldLayoutId id="2147483780" r:id="rId17"/>
  </p:sldLayoutIdLst>
  <p:hf hdr="0" dt="0"/>
  <p:txStyles>
    <p:titleStyle>
      <a:lvl1pPr algn="l" defTabSz="755934" rtl="0" eaLnBrk="1" latinLnBrk="0" hangingPunct="1">
        <a:lnSpc>
          <a:spcPts val="3700"/>
        </a:lnSpc>
        <a:spcBef>
          <a:spcPct val="0"/>
        </a:spcBef>
        <a:buNone/>
        <a:defRPr sz="3500" b="1" kern="12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None/>
        <a:defRPr sz="2200" b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80975" indent="-168275" algn="l" defTabSz="755934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401638" indent="-220663" algn="l" defTabSz="755934" rtl="0" eaLnBrk="1" latinLnBrk="0" hangingPunct="1">
        <a:lnSpc>
          <a:spcPct val="100000"/>
        </a:lnSpc>
        <a:spcBef>
          <a:spcPts val="600"/>
        </a:spcBef>
        <a:buClr>
          <a:schemeClr val="bg2"/>
        </a:buClr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582613" indent="-180975" algn="l" defTabSz="755934" rtl="0" eaLnBrk="1" latinLnBrk="0" hangingPunct="1">
        <a:lnSpc>
          <a:spcPct val="100000"/>
        </a:lnSpc>
        <a:spcBef>
          <a:spcPts val="600"/>
        </a:spcBef>
        <a:buClr>
          <a:schemeClr val="tx2"/>
        </a:buClr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763588" indent="-180975" algn="l" defTabSz="755934" rtl="0" eaLnBrk="1" latinLnBrk="0" hangingPunct="1">
        <a:lnSpc>
          <a:spcPct val="100000"/>
        </a:lnSpc>
        <a:spcBef>
          <a:spcPts val="600"/>
        </a:spcBef>
        <a:buClr>
          <a:schemeClr val="accent2"/>
        </a:buClr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0D6DDA-C5C2-C742-8323-5AED822DD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8260" y="3862541"/>
            <a:ext cx="4816221" cy="2323234"/>
          </a:xfrm>
        </p:spPr>
        <p:txBody>
          <a:bodyPr/>
          <a:lstStyle/>
          <a:p>
            <a:r>
              <a:rPr lang="en-US" dirty="0"/>
              <a:t>Feedback on </a:t>
            </a:r>
            <a:br>
              <a:rPr lang="en-US" dirty="0"/>
            </a:br>
            <a:r>
              <a:rPr lang="en-US" dirty="0"/>
              <a:t>CONDUCTIX</a:t>
            </a:r>
            <a:br>
              <a:rPr lang="en-US" dirty="0"/>
            </a:br>
            <a:r>
              <a:rPr lang="en-US" dirty="0"/>
              <a:t>(Jay Electronique)</a:t>
            </a:r>
            <a:br>
              <a:rPr lang="en-US" dirty="0"/>
            </a:br>
            <a:r>
              <a:rPr lang="en-US" dirty="0"/>
              <a:t>radio tests</a:t>
            </a:r>
            <a:endParaRPr lang="en-US" noProof="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E8A94E8-A958-2F4D-BA5E-8CBE341516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98260" y="6295643"/>
            <a:ext cx="4816221" cy="1402902"/>
          </a:xfrm>
        </p:spPr>
        <p:txBody>
          <a:bodyPr/>
          <a:lstStyle/>
          <a:p>
            <a:r>
              <a:rPr lang="en-US" dirty="0"/>
              <a:t>Carried  out on 17/10/2023</a:t>
            </a:r>
          </a:p>
          <a:p>
            <a:endParaRPr lang="en-US" dirty="0"/>
          </a:p>
          <a:p>
            <a:r>
              <a:rPr lang="en-US" noProof="0" dirty="0"/>
              <a:t>Location: Training Center (Sens)</a:t>
            </a:r>
          </a:p>
          <a:p>
            <a:r>
              <a:rPr lang="en-US" noProof="0" dirty="0"/>
              <a:t>Operators: Matthieu Delefortrie</a:t>
            </a:r>
          </a:p>
          <a:p>
            <a:r>
              <a:rPr lang="en-US" dirty="0"/>
              <a:t>	         Brice Belin</a:t>
            </a:r>
            <a:endParaRPr lang="en-US" noProof="0" dirty="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135E131F-9EB8-3F47-A3D6-E4C6A55B94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98260" y="3453853"/>
            <a:ext cx="4816221" cy="332488"/>
          </a:xfrm>
        </p:spPr>
        <p:txBody>
          <a:bodyPr/>
          <a:lstStyle/>
          <a:p>
            <a:r>
              <a:rPr lang="en-US" dirty="0"/>
              <a:t>18/10/2023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34485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8ECB932D-EA29-3742-8AEA-B218DAF95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3623" y="1051778"/>
            <a:ext cx="4113752" cy="930894"/>
          </a:xfrm>
        </p:spPr>
        <p:txBody>
          <a:bodyPr/>
          <a:lstStyle/>
          <a:p>
            <a:r>
              <a:rPr lang="en-US" noProof="0" dirty="0"/>
              <a:t>Agenda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4E67235-9D29-004D-8B07-8FB6F79D36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61194" y="3670126"/>
            <a:ext cx="5335755" cy="6186446"/>
          </a:xfrm>
        </p:spPr>
        <p:txBody>
          <a:bodyPr/>
          <a:lstStyle/>
          <a:p>
            <a:r>
              <a:rPr lang="en-US" dirty="0"/>
              <a:t>Conductix radio presentation</a:t>
            </a:r>
            <a:endParaRPr lang="en-US" noProof="0" dirty="0"/>
          </a:p>
          <a:p>
            <a:r>
              <a:rPr lang="en-US" dirty="0"/>
              <a:t>Tests functionalities</a:t>
            </a:r>
            <a:endParaRPr lang="en-US" noProof="0" dirty="0"/>
          </a:p>
          <a:p>
            <a:r>
              <a:rPr lang="en-US" dirty="0"/>
              <a:t>Remarks</a:t>
            </a:r>
            <a:endParaRPr lang="en-US" noProof="0" dirty="0"/>
          </a:p>
          <a:p>
            <a:r>
              <a:rPr lang="en-US" dirty="0"/>
              <a:t>Conclusions</a:t>
            </a:r>
            <a:endParaRPr lang="en-US" noProof="0" dirty="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6F2401A9-93E6-DF4A-A9DD-0D51A5421A0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45559" y="9982172"/>
            <a:ext cx="2551390" cy="569240"/>
          </a:xfrm>
        </p:spPr>
        <p:txBody>
          <a:bodyPr/>
          <a:lstStyle/>
          <a:p>
            <a:r>
              <a:rPr lang="en-US" dirty="0"/>
              <a:t>CONDUCTIX radio tests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545086-71A2-B244-8D18-822BA8745E3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6880436" y="9982172"/>
            <a:ext cx="434763" cy="569240"/>
          </a:xfrm>
        </p:spPr>
        <p:txBody>
          <a:bodyPr/>
          <a:lstStyle/>
          <a:p>
            <a:fld id="{B661E99B-6932-8147-88FA-D853710A6FA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766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>
            <a:extLst>
              <a:ext uri="{FF2B5EF4-FFF2-40B4-BE49-F238E27FC236}">
                <a16:creationId xmlns:a16="http://schemas.microsoft.com/office/drawing/2014/main" id="{FB522362-23F1-E44F-9C20-385C1FACE3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82800" y="5118507"/>
            <a:ext cx="5054600" cy="1995144"/>
          </a:xfrm>
        </p:spPr>
        <p:txBody>
          <a:bodyPr/>
          <a:lstStyle/>
          <a:p>
            <a:r>
              <a:rPr lang="en-US" dirty="0"/>
              <a:t>CONDUCTIX</a:t>
            </a:r>
            <a:br>
              <a:rPr lang="en-US" noProof="0" dirty="0"/>
            </a:br>
            <a:r>
              <a:rPr lang="en-US" dirty="0"/>
              <a:t>radio presentation</a:t>
            </a:r>
            <a:endParaRPr lang="en-US" noProof="0" dirty="0"/>
          </a:p>
        </p:txBody>
      </p:sp>
      <p:sp>
        <p:nvSpPr>
          <p:cNvPr id="9" name="Sous-titre 8">
            <a:extLst>
              <a:ext uri="{FF2B5EF4-FFF2-40B4-BE49-F238E27FC236}">
                <a16:creationId xmlns:a16="http://schemas.microsoft.com/office/drawing/2014/main" id="{2875EBC7-67CD-DE42-9034-05C51398C6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82800" y="7113651"/>
            <a:ext cx="5054600" cy="1099260"/>
          </a:xfrm>
        </p:spPr>
        <p:txBody>
          <a:bodyPr/>
          <a:lstStyle/>
          <a:p>
            <a:r>
              <a:rPr lang="en-US" dirty="0"/>
              <a:t>Comparison with old CAVOTEC</a:t>
            </a:r>
          </a:p>
          <a:p>
            <a:r>
              <a:rPr lang="en-US" noProof="0" dirty="0"/>
              <a:t>(not actual Face T)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EDD0DAA5-D26C-7145-9B02-CF00AFBB3BE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473200" y="9982172"/>
            <a:ext cx="5123749" cy="569240"/>
          </a:xfrm>
        </p:spPr>
        <p:txBody>
          <a:bodyPr/>
          <a:lstStyle/>
          <a:p>
            <a:r>
              <a:rPr lang="en-US" dirty="0"/>
              <a:t>CONDUCTIX radio tests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09CA4D3-213F-3841-81E8-D1FC1CD715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880436" y="9982172"/>
            <a:ext cx="434763" cy="569240"/>
          </a:xfrm>
        </p:spPr>
        <p:txBody>
          <a:bodyPr/>
          <a:lstStyle/>
          <a:p>
            <a:fld id="{B661E99B-6932-8147-88FA-D853710A6FA6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C11D1F35-1545-6846-865C-C04571A858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21456" y="2547769"/>
            <a:ext cx="2066656" cy="1995145"/>
          </a:xfrm>
        </p:spPr>
        <p:txBody>
          <a:bodyPr/>
          <a:lstStyle/>
          <a:p>
            <a:r>
              <a:rPr lang="en-US" noProof="0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916532395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>
            <a:extLst>
              <a:ext uri="{FF2B5EF4-FFF2-40B4-BE49-F238E27FC236}">
                <a16:creationId xmlns:a16="http://schemas.microsoft.com/office/drawing/2014/main" id="{FB522362-23F1-E44F-9C20-385C1FACE3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82800" y="5118507"/>
            <a:ext cx="5054600" cy="1995144"/>
          </a:xfrm>
        </p:spPr>
        <p:txBody>
          <a:bodyPr/>
          <a:lstStyle/>
          <a:p>
            <a:r>
              <a:rPr lang="en-US" dirty="0"/>
              <a:t>Front side</a:t>
            </a:r>
            <a:endParaRPr lang="en-US" noProof="0" dirty="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C11D1F35-1545-6846-865C-C04571A858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26424" y="2549425"/>
            <a:ext cx="2066656" cy="1995145"/>
          </a:xfrm>
        </p:spPr>
        <p:txBody>
          <a:bodyPr/>
          <a:lstStyle/>
          <a:p>
            <a:r>
              <a:rPr lang="en-US" noProof="0" dirty="0"/>
              <a:t>01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EDD0DAA5-D26C-7145-9B02-CF00AFBB3BE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045559" y="9982172"/>
            <a:ext cx="2551390" cy="569240"/>
          </a:xfrm>
        </p:spPr>
        <p:txBody>
          <a:bodyPr/>
          <a:lstStyle/>
          <a:p>
            <a:r>
              <a:rPr lang="en-US" dirty="0"/>
              <a:t>CONDUCTIX radio tests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09CA4D3-213F-3841-81E8-D1FC1CD715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880436" y="9982172"/>
            <a:ext cx="434763" cy="569240"/>
          </a:xfrm>
        </p:spPr>
        <p:txBody>
          <a:bodyPr/>
          <a:lstStyle/>
          <a:p>
            <a:fld id="{B661E99B-6932-8147-88FA-D853710A6FA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831738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6E0427-3D8C-B641-8FC5-51E658266C3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473200" y="9982172"/>
            <a:ext cx="5123749" cy="569240"/>
          </a:xfrm>
        </p:spPr>
        <p:txBody>
          <a:bodyPr/>
          <a:lstStyle/>
          <a:p>
            <a:r>
              <a:rPr lang="en-US" dirty="0"/>
              <a:t>CONDUCTIX radio tests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0FEB7D4-A0F0-7C48-A42A-3D8BA8505B3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880436" y="9982172"/>
            <a:ext cx="434763" cy="569240"/>
          </a:xfrm>
        </p:spPr>
        <p:txBody>
          <a:bodyPr/>
          <a:lstStyle/>
          <a:p>
            <a:fld id="{B661E99B-6932-8147-88FA-D853710A6FA6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9" name="Titre 8">
            <a:extLst>
              <a:ext uri="{FF2B5EF4-FFF2-40B4-BE49-F238E27FC236}">
                <a16:creationId xmlns:a16="http://schemas.microsoft.com/office/drawing/2014/main" id="{E90442F8-4B3B-9F45-B1D0-41CA4169E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1" y="496388"/>
            <a:ext cx="6757060" cy="1094905"/>
          </a:xfrm>
        </p:spPr>
        <p:txBody>
          <a:bodyPr/>
          <a:lstStyle/>
          <a:p>
            <a:r>
              <a:rPr lang="en-US" dirty="0"/>
              <a:t>Comparison with CAVOTEC</a:t>
            </a:r>
            <a:endParaRPr lang="en-US" noProof="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F114FF7-AD31-A542-A9DF-A27CEC32A9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601463"/>
              </p:ext>
            </p:extLst>
          </p:nvPr>
        </p:nvGraphicFramePr>
        <p:xfrm>
          <a:off x="523875" y="2113403"/>
          <a:ext cx="6543675" cy="470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1225">
                  <a:extLst>
                    <a:ext uri="{9D8B030D-6E8A-4147-A177-3AD203B41FA5}">
                      <a16:colId xmlns:a16="http://schemas.microsoft.com/office/drawing/2014/main" val="3307835240"/>
                    </a:ext>
                  </a:extLst>
                </a:gridCol>
                <a:gridCol w="2181225">
                  <a:extLst>
                    <a:ext uri="{9D8B030D-6E8A-4147-A177-3AD203B41FA5}">
                      <a16:colId xmlns:a16="http://schemas.microsoft.com/office/drawing/2014/main" val="2326033775"/>
                    </a:ext>
                  </a:extLst>
                </a:gridCol>
                <a:gridCol w="2181225">
                  <a:extLst>
                    <a:ext uri="{9D8B030D-6E8A-4147-A177-3AD203B41FA5}">
                      <a16:colId xmlns:a16="http://schemas.microsoft.com/office/drawing/2014/main" val="36527842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Actual - CAVOTEC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Tested - CONDUCTIX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1638428"/>
                  </a:ext>
                </a:extLst>
              </a:tr>
              <a:tr h="1744857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1058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Transmitter: MC 3300 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Transmitter: MOKA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247914"/>
                  </a:ext>
                </a:extLst>
              </a:tr>
              <a:tr h="1678258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  <a:p>
                      <a:pPr marL="285750" indent="-285750">
                        <a:buClr>
                          <a:srgbClr val="FF0000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fr-FR" dirty="0"/>
                        <a:t>Communication: PROFIBUS DP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8398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Receiver: xxxx: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Receiver: NEMO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98872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2E24CB06-31F6-4B52-09F3-EFA706114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561" y="2543516"/>
            <a:ext cx="2157186" cy="1618909"/>
          </a:xfrm>
          <a:prstGeom prst="rect">
            <a:avLst/>
          </a:prstGeom>
        </p:spPr>
      </p:pic>
      <p:sp>
        <p:nvSpPr>
          <p:cNvPr id="4" name="Espace réservé du texte 21">
            <a:extLst>
              <a:ext uri="{FF2B5EF4-FFF2-40B4-BE49-F238E27FC236}">
                <a16:creationId xmlns:a16="http://schemas.microsoft.com/office/drawing/2014/main" id="{2CA059CF-6125-BFE2-A597-6705F458153E}"/>
              </a:ext>
            </a:extLst>
          </p:cNvPr>
          <p:cNvSpPr txBox="1">
            <a:spLocks/>
          </p:cNvSpPr>
          <p:nvPr/>
        </p:nvSpPr>
        <p:spPr>
          <a:xfrm>
            <a:off x="4635500" y="2697853"/>
            <a:ext cx="2577771" cy="10949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755934" rtl="0" eaLnBrk="1" latinLnBrk="0" hangingPunct="1">
              <a:lnSpc>
                <a:spcPct val="90000"/>
              </a:lnSpc>
              <a:spcBef>
                <a:spcPts val="827"/>
              </a:spcBef>
              <a:buFont typeface="Arial" panose="020B0604020202020204" pitchFamily="34" charset="0"/>
              <a:buNone/>
              <a:defRPr sz="22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80975" indent="-168275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01638" indent="-220663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82613" indent="-180975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763588" indent="-180975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078820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56787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34754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12722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/>
              <a:t>Logo is not the last</a:t>
            </a:r>
          </a:p>
          <a:p>
            <a:pPr lvl="3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/>
              <a:t>No lights for arms </a:t>
            </a:r>
          </a:p>
          <a:p>
            <a:pPr marL="401638" lvl="3" indent="0">
              <a:buClr>
                <a:srgbClr val="FF0000"/>
              </a:buClr>
              <a:buNone/>
            </a:pPr>
            <a:r>
              <a:rPr lang="en-US" dirty="0"/>
              <a:t>selections</a:t>
            </a:r>
          </a:p>
          <a:p>
            <a:pPr lvl="3">
              <a:buClr>
                <a:srgbClr val="00B050"/>
              </a:buClr>
              <a:buFont typeface="Wingdings" panose="05000000000000000000" pitchFamily="2" charset="2"/>
              <a:buChar char="§"/>
            </a:pPr>
            <a:r>
              <a:rPr lang="en-US" dirty="0"/>
              <a:t>Small displayed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54B0A7-ACC6-D6B1-CDB5-41B04BE5A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153" y="2665735"/>
            <a:ext cx="2053895" cy="13115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93D0DC3-0A7D-5172-7107-C254233818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305" y="4858499"/>
            <a:ext cx="2047743" cy="15358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87F0148-F78D-BBB0-2CD0-C0D7644911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4631" y="4858499"/>
            <a:ext cx="1901022" cy="1523896"/>
          </a:xfrm>
          <a:prstGeom prst="rect">
            <a:avLst/>
          </a:prstGeom>
        </p:spPr>
      </p:pic>
      <p:sp>
        <p:nvSpPr>
          <p:cNvPr id="12" name="Espace réservé du contenu 9">
            <a:extLst>
              <a:ext uri="{FF2B5EF4-FFF2-40B4-BE49-F238E27FC236}">
                <a16:creationId xmlns:a16="http://schemas.microsoft.com/office/drawing/2014/main" id="{0F062777-7205-0ED6-2D01-1F36A6BE7F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9413" y="6977492"/>
            <a:ext cx="6757987" cy="726836"/>
          </a:xfrm>
        </p:spPr>
        <p:txBody>
          <a:bodyPr/>
          <a:lstStyle/>
          <a:p>
            <a:pPr marL="401638" lvl="3" indent="0">
              <a:buNone/>
            </a:pPr>
            <a:r>
              <a:rPr lang="en-US" u="sng" noProof="0" dirty="0"/>
              <a:t>Nota:</a:t>
            </a:r>
          </a:p>
          <a:p>
            <a:pPr marL="401638" lvl="3" indent="0">
              <a:buNone/>
            </a:pPr>
            <a:r>
              <a:rPr lang="en-US" dirty="0"/>
              <a:t>Do same tests with Profinet communication (or simulation)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99311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>
            <a:extLst>
              <a:ext uri="{FF2B5EF4-FFF2-40B4-BE49-F238E27FC236}">
                <a16:creationId xmlns:a16="http://schemas.microsoft.com/office/drawing/2014/main" id="{FB522362-23F1-E44F-9C20-385C1FACE3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82800" y="5118507"/>
            <a:ext cx="5054600" cy="1995144"/>
          </a:xfrm>
        </p:spPr>
        <p:txBody>
          <a:bodyPr/>
          <a:lstStyle/>
          <a:p>
            <a:r>
              <a:rPr lang="en-US" noProof="0" dirty="0"/>
              <a:t>Tests functionalities</a:t>
            </a:r>
          </a:p>
        </p:txBody>
      </p:sp>
      <p:sp>
        <p:nvSpPr>
          <p:cNvPr id="9" name="Sous-titre 8">
            <a:extLst>
              <a:ext uri="{FF2B5EF4-FFF2-40B4-BE49-F238E27FC236}">
                <a16:creationId xmlns:a16="http://schemas.microsoft.com/office/drawing/2014/main" id="{2875EBC7-67CD-DE42-9034-05C51398C6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82800" y="7113651"/>
            <a:ext cx="5054600" cy="1099260"/>
          </a:xfrm>
        </p:spPr>
        <p:txBody>
          <a:bodyPr/>
          <a:lstStyle/>
          <a:p>
            <a:r>
              <a:rPr lang="en-US" dirty="0"/>
              <a:t>Comparison with old CAVOTEC</a:t>
            </a:r>
          </a:p>
          <a:p>
            <a:r>
              <a:rPr lang="en-US" noProof="0" dirty="0"/>
              <a:t>(not actual Face T)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EDD0DAA5-D26C-7145-9B02-CF00AFBB3BE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473200" y="9982172"/>
            <a:ext cx="5123749" cy="569240"/>
          </a:xfrm>
        </p:spPr>
        <p:txBody>
          <a:bodyPr/>
          <a:lstStyle/>
          <a:p>
            <a:r>
              <a:rPr lang="en-US" dirty="0"/>
              <a:t>CONDUCTIX radio tests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09CA4D3-213F-3841-81E8-D1FC1CD715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880436" y="9982172"/>
            <a:ext cx="434763" cy="569240"/>
          </a:xfrm>
        </p:spPr>
        <p:txBody>
          <a:bodyPr/>
          <a:lstStyle/>
          <a:p>
            <a:fld id="{B661E99B-6932-8147-88FA-D853710A6FA6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C11D1F35-1545-6846-865C-C04571A858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21456" y="2547769"/>
            <a:ext cx="2066656" cy="1995145"/>
          </a:xfrm>
        </p:spPr>
        <p:txBody>
          <a:bodyPr/>
          <a:lstStyle/>
          <a:p>
            <a:r>
              <a:rPr lang="en-US" noProof="0" dirty="0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77756016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6E0427-3D8C-B641-8FC5-51E658266C3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473200" y="9982172"/>
            <a:ext cx="5123749" cy="569240"/>
          </a:xfrm>
        </p:spPr>
        <p:txBody>
          <a:bodyPr/>
          <a:lstStyle/>
          <a:p>
            <a:r>
              <a:rPr lang="en-US" dirty="0"/>
              <a:t>CONDUCTIX radio tests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0FEB7D4-A0F0-7C48-A42A-3D8BA8505B3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880436" y="9982172"/>
            <a:ext cx="434763" cy="569240"/>
          </a:xfrm>
        </p:spPr>
        <p:txBody>
          <a:bodyPr/>
          <a:lstStyle/>
          <a:p>
            <a:fld id="{B661E99B-6932-8147-88FA-D853710A6FA6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9" name="Titre 8">
            <a:extLst>
              <a:ext uri="{FF2B5EF4-FFF2-40B4-BE49-F238E27FC236}">
                <a16:creationId xmlns:a16="http://schemas.microsoft.com/office/drawing/2014/main" id="{E90442F8-4B3B-9F45-B1D0-41CA4169E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1" y="496388"/>
            <a:ext cx="6757060" cy="1094905"/>
          </a:xfrm>
        </p:spPr>
        <p:txBody>
          <a:bodyPr/>
          <a:lstStyle/>
          <a:p>
            <a:r>
              <a:rPr lang="en-US" dirty="0"/>
              <a:t>Comparison with CAVOTEC</a:t>
            </a:r>
            <a:endParaRPr lang="en-US" noProof="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F114FF7-AD31-A542-A9DF-A27CEC32A9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973958"/>
              </p:ext>
            </p:extLst>
          </p:nvPr>
        </p:nvGraphicFramePr>
        <p:xfrm>
          <a:off x="523875" y="2461136"/>
          <a:ext cx="6543675" cy="6479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1225">
                  <a:extLst>
                    <a:ext uri="{9D8B030D-6E8A-4147-A177-3AD203B41FA5}">
                      <a16:colId xmlns:a16="http://schemas.microsoft.com/office/drawing/2014/main" val="3307835240"/>
                    </a:ext>
                  </a:extLst>
                </a:gridCol>
                <a:gridCol w="2181225">
                  <a:extLst>
                    <a:ext uri="{9D8B030D-6E8A-4147-A177-3AD203B41FA5}">
                      <a16:colId xmlns:a16="http://schemas.microsoft.com/office/drawing/2014/main" val="2326033775"/>
                    </a:ext>
                  </a:extLst>
                </a:gridCol>
                <a:gridCol w="2181225">
                  <a:extLst>
                    <a:ext uri="{9D8B030D-6E8A-4147-A177-3AD203B41FA5}">
                      <a16:colId xmlns:a16="http://schemas.microsoft.com/office/drawing/2014/main" val="36527842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Actual - CAVOTEC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Tested - CONDUCTIX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1638428"/>
                  </a:ext>
                </a:extLst>
              </a:tr>
              <a:tr h="1744857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1058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fr-FR" dirty="0"/>
                        <a:t>Switch with 2 positions</a:t>
                      </a:r>
                    </a:p>
                    <a:p>
                      <a:pPr algn="l"/>
                      <a:r>
                        <a:rPr lang="fr-FR" dirty="0"/>
                        <a:t>LED status:</a:t>
                      </a: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Ø"/>
                      </a:pPr>
                      <a:r>
                        <a:rPr lang="fr-FR" dirty="0"/>
                        <a:t>On = radio ON</a:t>
                      </a: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Ø"/>
                      </a:pPr>
                      <a:r>
                        <a:rPr lang="fr-FR" dirty="0"/>
                        <a:t>OFF = radio 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Button must be pressed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247914"/>
                  </a:ext>
                </a:extLst>
              </a:tr>
              <a:tr h="1678258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  <a:p>
                      <a:pPr marL="285750" indent="-285750">
                        <a:buClr>
                          <a:srgbClr val="FF0000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fr-FR" dirty="0"/>
                        <a:t>Actually we use this emergency button to STOP PUMP on Cavotec radio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8398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Switch off with Emergency Stop button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988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Standbye time: 10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2131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Switched off time: 15 min</a:t>
                      </a:r>
                    </a:p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Switched off time: 4 min</a:t>
                      </a:r>
                    </a:p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3930050"/>
                  </a:ext>
                </a:extLst>
              </a:tr>
            </a:tbl>
          </a:graphicData>
        </a:graphic>
      </p:graphicFrame>
      <p:sp>
        <p:nvSpPr>
          <p:cNvPr id="4" name="Espace réservé du texte 21">
            <a:extLst>
              <a:ext uri="{FF2B5EF4-FFF2-40B4-BE49-F238E27FC236}">
                <a16:creationId xmlns:a16="http://schemas.microsoft.com/office/drawing/2014/main" id="{2CA059CF-6125-BFE2-A597-6705F458153E}"/>
              </a:ext>
            </a:extLst>
          </p:cNvPr>
          <p:cNvSpPr txBox="1">
            <a:spLocks/>
          </p:cNvSpPr>
          <p:nvPr/>
        </p:nvSpPr>
        <p:spPr>
          <a:xfrm>
            <a:off x="4635500" y="3045586"/>
            <a:ext cx="2577771" cy="10949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755934" rtl="0" eaLnBrk="1" latinLnBrk="0" hangingPunct="1">
              <a:lnSpc>
                <a:spcPct val="90000"/>
              </a:lnSpc>
              <a:spcBef>
                <a:spcPts val="827"/>
              </a:spcBef>
              <a:buFont typeface="Arial" panose="020B0604020202020204" pitchFamily="34" charset="0"/>
              <a:buNone/>
              <a:defRPr sz="22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80975" indent="-168275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01638" indent="-220663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82613" indent="-180975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763588" indent="-180975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078820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56787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34754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12722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/>
              <a:t>Logo is not the last</a:t>
            </a:r>
          </a:p>
          <a:p>
            <a:pPr lvl="3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/>
              <a:t>No lights for arms </a:t>
            </a:r>
          </a:p>
          <a:p>
            <a:pPr marL="401638" lvl="3" indent="0">
              <a:buClr>
                <a:srgbClr val="FF0000"/>
              </a:buClr>
              <a:buNone/>
            </a:pPr>
            <a:r>
              <a:rPr lang="en-US" dirty="0"/>
              <a:t>selections</a:t>
            </a:r>
          </a:p>
          <a:p>
            <a:pPr lvl="3">
              <a:buClr>
                <a:srgbClr val="00B050"/>
              </a:buClr>
              <a:buFont typeface="Wingdings" panose="05000000000000000000" pitchFamily="2" charset="2"/>
              <a:buChar char="§"/>
            </a:pPr>
            <a:r>
              <a:rPr lang="en-US" dirty="0"/>
              <a:t>Small displayed</a:t>
            </a:r>
          </a:p>
        </p:txBody>
      </p:sp>
      <p:sp>
        <p:nvSpPr>
          <p:cNvPr id="15" name="Espace réservé du contenu 9">
            <a:extLst>
              <a:ext uri="{FF2B5EF4-FFF2-40B4-BE49-F238E27FC236}">
                <a16:creationId xmlns:a16="http://schemas.microsoft.com/office/drawing/2014/main" id="{942DB979-1796-301C-E17F-2AB98B233FEA}"/>
              </a:ext>
            </a:extLst>
          </p:cNvPr>
          <p:cNvSpPr txBox="1">
            <a:spLocks/>
          </p:cNvSpPr>
          <p:nvPr/>
        </p:nvSpPr>
        <p:spPr>
          <a:xfrm>
            <a:off x="277813" y="1812325"/>
            <a:ext cx="6757987" cy="3828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755934" rtl="0" eaLnBrk="1" latinLnBrk="0" hangingPunct="1">
              <a:lnSpc>
                <a:spcPct val="90000"/>
              </a:lnSpc>
              <a:spcBef>
                <a:spcPts val="827"/>
              </a:spcBef>
              <a:buFont typeface="Arial" panose="020B0604020202020204" pitchFamily="34" charset="0"/>
              <a:buNone/>
              <a:defRPr sz="22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80975" indent="-168275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01638" indent="-220663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82613" indent="-180975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763588" indent="-180975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078820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56787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34754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12722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lvl="3" indent="0">
              <a:buFont typeface="Arial" panose="020B0604020202020204" pitchFamily="34" charset="0"/>
              <a:buNone/>
            </a:pPr>
            <a:r>
              <a:rPr lang="en-US" u="sng" dirty="0"/>
              <a:t>2.1/ Switch ON / OFF radio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37E7B0E-89AB-C5A9-7AFC-98671FE70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720" y="3124440"/>
            <a:ext cx="1714500" cy="1152525"/>
          </a:xfrm>
          <a:prstGeom prst="rect">
            <a:avLst/>
          </a:prstGeom>
        </p:spPr>
      </p:pic>
      <p:pic>
        <p:nvPicPr>
          <p:cNvPr id="1026" name="Picture 1">
            <a:extLst>
              <a:ext uri="{FF2B5EF4-FFF2-40B4-BE49-F238E27FC236}">
                <a16:creationId xmlns:a16="http://schemas.microsoft.com/office/drawing/2014/main" id="{2DB79426-C175-BC26-34D0-6CD6F5E8DD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2256" y="3943959"/>
            <a:ext cx="343110" cy="4684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1">
            <a:extLst>
              <a:ext uri="{FF2B5EF4-FFF2-40B4-BE49-F238E27FC236}">
                <a16:creationId xmlns:a16="http://schemas.microsoft.com/office/drawing/2014/main" id="{098A8D52-A2CA-FC3D-D88D-48AA9660A5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4214" y="2905847"/>
            <a:ext cx="985140" cy="863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95CEA743-4376-FA17-D730-5EA244B41309}"/>
              </a:ext>
            </a:extLst>
          </p:cNvPr>
          <p:cNvSpPr/>
          <p:nvPr/>
        </p:nvSpPr>
        <p:spPr>
          <a:xfrm>
            <a:off x="3512820" y="4178197"/>
            <a:ext cx="236534" cy="98768"/>
          </a:xfrm>
          <a:prstGeom prst="rightArrow">
            <a:avLst/>
          </a:prstGeom>
          <a:solidFill>
            <a:srgbClr val="FF000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29" name="Picture 1">
            <a:extLst>
              <a:ext uri="{FF2B5EF4-FFF2-40B4-BE49-F238E27FC236}">
                <a16:creationId xmlns:a16="http://schemas.microsoft.com/office/drawing/2014/main" id="{D362F0DC-5C2A-F316-2EC8-1970E16B49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2230" y="3615899"/>
            <a:ext cx="968417" cy="913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">
            <a:extLst>
              <a:ext uri="{FF2B5EF4-FFF2-40B4-BE49-F238E27FC236}">
                <a16:creationId xmlns:a16="http://schemas.microsoft.com/office/drawing/2014/main" id="{C52C2C60-AA52-AA38-6BC6-AF25988E01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2575" y="5629282"/>
            <a:ext cx="968417" cy="913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1">
            <a:extLst>
              <a:ext uri="{FF2B5EF4-FFF2-40B4-BE49-F238E27FC236}">
                <a16:creationId xmlns:a16="http://schemas.microsoft.com/office/drawing/2014/main" id="{2A53147E-B705-DF21-805E-74F2454FE4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0899" y="6734252"/>
            <a:ext cx="798183" cy="489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1">
            <a:extLst>
              <a:ext uri="{FF2B5EF4-FFF2-40B4-BE49-F238E27FC236}">
                <a16:creationId xmlns:a16="http://schemas.microsoft.com/office/drawing/2014/main" id="{69C05D01-CF2B-13DE-5016-59D0B2F05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2229" y="6339466"/>
            <a:ext cx="968417" cy="863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Arrow: Right 20">
            <a:extLst>
              <a:ext uri="{FF2B5EF4-FFF2-40B4-BE49-F238E27FC236}">
                <a16:creationId xmlns:a16="http://schemas.microsoft.com/office/drawing/2014/main" id="{5913E2F8-1B73-075A-B0A9-91D9EB21387D}"/>
              </a:ext>
            </a:extLst>
          </p:cNvPr>
          <p:cNvSpPr/>
          <p:nvPr/>
        </p:nvSpPr>
        <p:spPr>
          <a:xfrm>
            <a:off x="3512820" y="6988288"/>
            <a:ext cx="236534" cy="98768"/>
          </a:xfrm>
          <a:prstGeom prst="rightArrow">
            <a:avLst/>
          </a:prstGeom>
          <a:solidFill>
            <a:srgbClr val="FF000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5207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6E0427-3D8C-B641-8FC5-51E658266C3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473200" y="9982172"/>
            <a:ext cx="5123749" cy="569240"/>
          </a:xfrm>
        </p:spPr>
        <p:txBody>
          <a:bodyPr/>
          <a:lstStyle/>
          <a:p>
            <a:r>
              <a:rPr lang="en-US" dirty="0"/>
              <a:t>CONDUCTIX radio tests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0FEB7D4-A0F0-7C48-A42A-3D8BA8505B3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880436" y="9982172"/>
            <a:ext cx="434763" cy="569240"/>
          </a:xfrm>
        </p:spPr>
        <p:txBody>
          <a:bodyPr/>
          <a:lstStyle/>
          <a:p>
            <a:fld id="{B661E99B-6932-8147-88FA-D853710A6FA6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9" name="Titre 8">
            <a:extLst>
              <a:ext uri="{FF2B5EF4-FFF2-40B4-BE49-F238E27FC236}">
                <a16:creationId xmlns:a16="http://schemas.microsoft.com/office/drawing/2014/main" id="{E90442F8-4B3B-9F45-B1D0-41CA4169E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1" y="496388"/>
            <a:ext cx="6757060" cy="1094905"/>
          </a:xfrm>
        </p:spPr>
        <p:txBody>
          <a:bodyPr/>
          <a:lstStyle/>
          <a:p>
            <a:r>
              <a:rPr lang="en-US" dirty="0"/>
              <a:t>Comparison with CAVOTEC</a:t>
            </a:r>
            <a:endParaRPr lang="en-US" noProof="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F114FF7-AD31-A542-A9DF-A27CEC32A9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170814"/>
              </p:ext>
            </p:extLst>
          </p:nvPr>
        </p:nvGraphicFramePr>
        <p:xfrm>
          <a:off x="523875" y="2461135"/>
          <a:ext cx="6689397" cy="71305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9799">
                  <a:extLst>
                    <a:ext uri="{9D8B030D-6E8A-4147-A177-3AD203B41FA5}">
                      <a16:colId xmlns:a16="http://schemas.microsoft.com/office/drawing/2014/main" val="3307835240"/>
                    </a:ext>
                  </a:extLst>
                </a:gridCol>
                <a:gridCol w="2229799">
                  <a:extLst>
                    <a:ext uri="{9D8B030D-6E8A-4147-A177-3AD203B41FA5}">
                      <a16:colId xmlns:a16="http://schemas.microsoft.com/office/drawing/2014/main" val="2326033775"/>
                    </a:ext>
                  </a:extLst>
                </a:gridCol>
                <a:gridCol w="2229799">
                  <a:extLst>
                    <a:ext uri="{9D8B030D-6E8A-4147-A177-3AD203B41FA5}">
                      <a16:colId xmlns:a16="http://schemas.microsoft.com/office/drawing/2014/main" val="3652784233"/>
                    </a:ext>
                  </a:extLst>
                </a:gridCol>
              </a:tblGrid>
              <a:tr h="402124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Actual - CAVOTEC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Tested - CONDUCTIX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1638428"/>
                  </a:ext>
                </a:extLst>
              </a:tr>
              <a:tr h="1892053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1058746"/>
                  </a:ext>
                </a:extLst>
              </a:tr>
              <a:tr h="1682847">
                <a:tc>
                  <a:txBody>
                    <a:bodyPr/>
                    <a:lstStyle/>
                    <a:p>
                      <a:pPr algn="l"/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247914"/>
                  </a:ext>
                </a:extLst>
              </a:tr>
              <a:tr h="1672759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8398789"/>
                  </a:ext>
                </a:extLst>
              </a:tr>
              <a:tr h="1480756"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988725"/>
                  </a:ext>
                </a:extLst>
              </a:tr>
            </a:tbl>
          </a:graphicData>
        </a:graphic>
      </p:graphicFrame>
      <p:sp>
        <p:nvSpPr>
          <p:cNvPr id="4" name="Espace réservé du texte 21">
            <a:extLst>
              <a:ext uri="{FF2B5EF4-FFF2-40B4-BE49-F238E27FC236}">
                <a16:creationId xmlns:a16="http://schemas.microsoft.com/office/drawing/2014/main" id="{2CA059CF-6125-BFE2-A597-6705F458153E}"/>
              </a:ext>
            </a:extLst>
          </p:cNvPr>
          <p:cNvSpPr txBox="1">
            <a:spLocks/>
          </p:cNvSpPr>
          <p:nvPr/>
        </p:nvSpPr>
        <p:spPr>
          <a:xfrm>
            <a:off x="4635500" y="3045586"/>
            <a:ext cx="2577771" cy="75488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755934" rtl="0" eaLnBrk="1" latinLnBrk="0" hangingPunct="1">
              <a:lnSpc>
                <a:spcPct val="90000"/>
              </a:lnSpc>
              <a:spcBef>
                <a:spcPts val="827"/>
              </a:spcBef>
              <a:buFont typeface="Arial" panose="020B0604020202020204" pitchFamily="34" charset="0"/>
              <a:buNone/>
              <a:defRPr sz="22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80975" indent="-168275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01638" indent="-220663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82613" indent="-180975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763588" indent="-180975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078820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56787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34754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12722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>
              <a:buClr>
                <a:srgbClr val="00B050"/>
              </a:buClr>
              <a:buFont typeface="Wingdings" panose="05000000000000000000" pitchFamily="2" charset="2"/>
              <a:buChar char="§"/>
            </a:pPr>
            <a:r>
              <a:rPr lang="en-US" dirty="0"/>
              <a:t>Slewing movements</a:t>
            </a:r>
          </a:p>
          <a:p>
            <a:pPr lvl="3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/>
              <a:t>=&gt; validated</a:t>
            </a:r>
          </a:p>
        </p:txBody>
      </p:sp>
      <p:sp>
        <p:nvSpPr>
          <p:cNvPr id="15" name="Espace réservé du contenu 9">
            <a:extLst>
              <a:ext uri="{FF2B5EF4-FFF2-40B4-BE49-F238E27FC236}">
                <a16:creationId xmlns:a16="http://schemas.microsoft.com/office/drawing/2014/main" id="{942DB979-1796-301C-E17F-2AB98B233FEA}"/>
              </a:ext>
            </a:extLst>
          </p:cNvPr>
          <p:cNvSpPr txBox="1">
            <a:spLocks/>
          </p:cNvSpPr>
          <p:nvPr/>
        </p:nvSpPr>
        <p:spPr>
          <a:xfrm>
            <a:off x="277813" y="1812325"/>
            <a:ext cx="6757987" cy="3828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755934" rtl="0" eaLnBrk="1" latinLnBrk="0" hangingPunct="1">
              <a:lnSpc>
                <a:spcPct val="90000"/>
              </a:lnSpc>
              <a:spcBef>
                <a:spcPts val="827"/>
              </a:spcBef>
              <a:buFont typeface="Arial" panose="020B0604020202020204" pitchFamily="34" charset="0"/>
              <a:buNone/>
              <a:defRPr sz="22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80975" indent="-168275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01638" indent="-220663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82613" indent="-180975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763588" indent="-180975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078820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56787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34754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12722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lvl="3" indent="0">
              <a:buFont typeface="Arial" panose="020B0604020202020204" pitchFamily="34" charset="0"/>
              <a:buNone/>
            </a:pPr>
            <a:r>
              <a:rPr lang="en-US" u="sng" dirty="0"/>
              <a:t>2.2/ Arm movements</a:t>
            </a:r>
          </a:p>
        </p:txBody>
      </p:sp>
      <p:pic>
        <p:nvPicPr>
          <p:cNvPr id="2050" name="Picture 1">
            <a:extLst>
              <a:ext uri="{FF2B5EF4-FFF2-40B4-BE49-F238E27FC236}">
                <a16:creationId xmlns:a16="http://schemas.microsoft.com/office/drawing/2014/main" id="{6E01B656-AA23-4E89-6687-B459C12CA0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6965" y="2974861"/>
            <a:ext cx="1371600" cy="145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1">
            <a:extLst>
              <a:ext uri="{FF2B5EF4-FFF2-40B4-BE49-F238E27FC236}">
                <a16:creationId xmlns:a16="http://schemas.microsoft.com/office/drawing/2014/main" id="{6852B287-1DFF-5E54-E4EA-32BD32151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5811" y="4838381"/>
            <a:ext cx="1371600" cy="145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87CDBD69-B53C-2B61-A0B1-DA888A09A4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5811" y="3454533"/>
            <a:ext cx="169863" cy="430212"/>
          </a:xfrm>
          <a:prstGeom prst="rect">
            <a:avLst/>
          </a:prstGeom>
          <a:noFill/>
          <a:ln w="1905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74295" tIns="8890" rIns="74295" bIns="889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9A54C86-5E8D-E25E-2ACB-6FB7EC75B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8313" y="3479170"/>
            <a:ext cx="169863" cy="430212"/>
          </a:xfrm>
          <a:prstGeom prst="rect">
            <a:avLst/>
          </a:prstGeom>
          <a:noFill/>
          <a:ln w="1905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74295" tIns="8890" rIns="74295" bIns="889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53F8D4-7955-5C9D-549F-80314E4AC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5622" y="3199218"/>
            <a:ext cx="1914286" cy="209524"/>
          </a:xfrm>
          <a:prstGeom prst="rect">
            <a:avLst/>
          </a:prstGeom>
        </p:spPr>
      </p:pic>
      <p:sp>
        <p:nvSpPr>
          <p:cNvPr id="11" name="Rectangle 5">
            <a:extLst>
              <a:ext uri="{FF2B5EF4-FFF2-40B4-BE49-F238E27FC236}">
                <a16:creationId xmlns:a16="http://schemas.microsoft.com/office/drawing/2014/main" id="{95FB068E-D421-B987-DD9F-AC3120C4A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7755" y="4820733"/>
            <a:ext cx="284163" cy="231775"/>
          </a:xfrm>
          <a:prstGeom prst="rect">
            <a:avLst/>
          </a:prstGeom>
          <a:noFill/>
          <a:ln w="1905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74295" tIns="8890" rIns="74295" bIns="889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6EDC6D61-4301-EC51-BBFE-3EA232A96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7755" y="6058405"/>
            <a:ext cx="284163" cy="231775"/>
          </a:xfrm>
          <a:prstGeom prst="rect">
            <a:avLst/>
          </a:prstGeom>
          <a:noFill/>
          <a:ln w="1905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74295" tIns="8890" rIns="74295" bIns="889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F364235-74BF-355E-D2B4-C7E88DAB1E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042" y="4815203"/>
            <a:ext cx="409524" cy="20952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93D4BCF-3A16-C5FB-CE1D-718D9B2AED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3469" y="6097260"/>
            <a:ext cx="304762" cy="209524"/>
          </a:xfrm>
          <a:prstGeom prst="rect">
            <a:avLst/>
          </a:prstGeom>
        </p:spPr>
      </p:pic>
      <p:sp>
        <p:nvSpPr>
          <p:cNvPr id="23" name="Espace réservé du texte 21">
            <a:extLst>
              <a:ext uri="{FF2B5EF4-FFF2-40B4-BE49-F238E27FC236}">
                <a16:creationId xmlns:a16="http://schemas.microsoft.com/office/drawing/2014/main" id="{F5EECABA-F9C2-E5B5-7327-D135D5385A62}"/>
              </a:ext>
            </a:extLst>
          </p:cNvPr>
          <p:cNvSpPr txBox="1">
            <a:spLocks/>
          </p:cNvSpPr>
          <p:nvPr/>
        </p:nvSpPr>
        <p:spPr>
          <a:xfrm>
            <a:off x="4635500" y="5036311"/>
            <a:ext cx="2577771" cy="75488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755934" rtl="0" eaLnBrk="1" latinLnBrk="0" hangingPunct="1">
              <a:lnSpc>
                <a:spcPct val="90000"/>
              </a:lnSpc>
              <a:spcBef>
                <a:spcPts val="827"/>
              </a:spcBef>
              <a:buFont typeface="Arial" panose="020B0604020202020204" pitchFamily="34" charset="0"/>
              <a:buNone/>
              <a:defRPr sz="22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80975" indent="-168275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01638" indent="-220663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82613" indent="-180975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763588" indent="-180975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078820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56787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34754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12722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>
              <a:buClr>
                <a:srgbClr val="00B050"/>
              </a:buClr>
              <a:buFont typeface="Wingdings" panose="05000000000000000000" pitchFamily="2" charset="2"/>
              <a:buChar char="§"/>
            </a:pPr>
            <a:r>
              <a:rPr lang="en-US" dirty="0"/>
              <a:t>Outboard movements</a:t>
            </a:r>
          </a:p>
          <a:p>
            <a:pPr lvl="3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/>
              <a:t>=&gt; validated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AD77049-69DF-FB26-CB81-BBEC1E9F0B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957" y="2974861"/>
            <a:ext cx="1348667" cy="145732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CFEAF8A-CB8D-1C97-0DE7-DD441D24AA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298" y="4832013"/>
            <a:ext cx="1382754" cy="1457326"/>
          </a:xfrm>
          <a:prstGeom prst="rect">
            <a:avLst/>
          </a:prstGeom>
        </p:spPr>
      </p:pic>
      <p:sp>
        <p:nvSpPr>
          <p:cNvPr id="29" name="Rectangle 4">
            <a:extLst>
              <a:ext uri="{FF2B5EF4-FFF2-40B4-BE49-F238E27FC236}">
                <a16:creationId xmlns:a16="http://schemas.microsoft.com/office/drawing/2014/main" id="{1DAE59B2-52CE-6F0F-CB68-682D33EB2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7848" y="3479170"/>
            <a:ext cx="169863" cy="430212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74295" tIns="8890" rIns="74295" bIns="889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30" name="Rectangle 4">
            <a:extLst>
              <a:ext uri="{FF2B5EF4-FFF2-40B4-BE49-F238E27FC236}">
                <a16:creationId xmlns:a16="http://schemas.microsoft.com/office/drawing/2014/main" id="{DB02CA9D-498F-F822-62CB-D2060EECF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414" y="3488417"/>
            <a:ext cx="169863" cy="430212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74295" tIns="8890" rIns="74295" bIns="889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048" name="Text Box 6">
            <a:extLst>
              <a:ext uri="{FF2B5EF4-FFF2-40B4-BE49-F238E27FC236}">
                <a16:creationId xmlns:a16="http://schemas.microsoft.com/office/drawing/2014/main" id="{AC5260BB-E678-9D67-A93C-30CA2D1402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0747" y="3224592"/>
            <a:ext cx="368898" cy="1841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74295" tIns="8890" rIns="74295" bIns="88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fr-FR" altLang="fr-FR" sz="11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Left</a:t>
            </a: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49" name="Text Box 6">
            <a:extLst>
              <a:ext uri="{FF2B5EF4-FFF2-40B4-BE49-F238E27FC236}">
                <a16:creationId xmlns:a16="http://schemas.microsoft.com/office/drawing/2014/main" id="{70C19A55-3341-201C-9AEC-4C3775AFD9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0492" y="3224592"/>
            <a:ext cx="510834" cy="1841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74295" tIns="8890" rIns="74295" bIns="88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lang="fr-FR" altLang="fr-FR" sz="1100" dirty="0">
                <a:solidFill>
                  <a:srgbClr val="FF0000"/>
                </a:solidFill>
                <a:latin typeface="Calibri" panose="020F0502020204030204" pitchFamily="34" charset="0"/>
              </a:rPr>
              <a:t>Right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52" name="Rectangle 5">
            <a:extLst>
              <a:ext uri="{FF2B5EF4-FFF2-40B4-BE49-F238E27FC236}">
                <a16:creationId xmlns:a16="http://schemas.microsoft.com/office/drawing/2014/main" id="{7A2453AA-DA01-C6AA-33C1-C6C92CA91C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6568" y="4857245"/>
            <a:ext cx="284163" cy="23177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74295" tIns="8890" rIns="74295" bIns="889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22756B33-59AE-AF12-4637-E08337404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9746" y="6040438"/>
            <a:ext cx="284163" cy="23177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74295" tIns="8890" rIns="74295" bIns="889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2057" name="Picture 2056">
            <a:extLst>
              <a:ext uri="{FF2B5EF4-FFF2-40B4-BE49-F238E27FC236}">
                <a16:creationId xmlns:a16="http://schemas.microsoft.com/office/drawing/2014/main" id="{FF5A3CE7-C8D6-D569-8F4D-E3BC9ECD38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4088" y="4852237"/>
            <a:ext cx="409524" cy="209524"/>
          </a:xfrm>
          <a:prstGeom prst="rect">
            <a:avLst/>
          </a:prstGeom>
        </p:spPr>
      </p:pic>
      <p:pic>
        <p:nvPicPr>
          <p:cNvPr id="2058" name="Picture 2057">
            <a:extLst>
              <a:ext uri="{FF2B5EF4-FFF2-40B4-BE49-F238E27FC236}">
                <a16:creationId xmlns:a16="http://schemas.microsoft.com/office/drawing/2014/main" id="{0EFD1832-FEBF-A713-85BE-83AB597249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4666" y="6087416"/>
            <a:ext cx="304762" cy="209524"/>
          </a:xfrm>
          <a:prstGeom prst="rect">
            <a:avLst/>
          </a:prstGeom>
        </p:spPr>
      </p:pic>
      <p:pic>
        <p:nvPicPr>
          <p:cNvPr id="2059" name="Picture 1">
            <a:extLst>
              <a:ext uri="{FF2B5EF4-FFF2-40B4-BE49-F238E27FC236}">
                <a16:creationId xmlns:a16="http://schemas.microsoft.com/office/drawing/2014/main" id="{4FF7DC60-C55C-5432-BEA5-8E9A11595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4657" y="6524306"/>
            <a:ext cx="1382754" cy="1433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0" name="Picture 1">
            <a:extLst>
              <a:ext uri="{FF2B5EF4-FFF2-40B4-BE49-F238E27FC236}">
                <a16:creationId xmlns:a16="http://schemas.microsoft.com/office/drawing/2014/main" id="{9FF28806-E520-5F80-F237-C9F482EC9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5811" y="8128035"/>
            <a:ext cx="1382754" cy="1433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61" name="Espace réservé du texte 21">
            <a:extLst>
              <a:ext uri="{FF2B5EF4-FFF2-40B4-BE49-F238E27FC236}">
                <a16:creationId xmlns:a16="http://schemas.microsoft.com/office/drawing/2014/main" id="{841F69E7-6EAB-9C21-FA14-C89DFB7CD5E9}"/>
              </a:ext>
            </a:extLst>
          </p:cNvPr>
          <p:cNvSpPr txBox="1">
            <a:spLocks/>
          </p:cNvSpPr>
          <p:nvPr/>
        </p:nvSpPr>
        <p:spPr>
          <a:xfrm>
            <a:off x="4635500" y="6817486"/>
            <a:ext cx="2577771" cy="75488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755934" rtl="0" eaLnBrk="1" latinLnBrk="0" hangingPunct="1">
              <a:lnSpc>
                <a:spcPct val="90000"/>
              </a:lnSpc>
              <a:spcBef>
                <a:spcPts val="827"/>
              </a:spcBef>
              <a:buFont typeface="Arial" panose="020B0604020202020204" pitchFamily="34" charset="0"/>
              <a:buNone/>
              <a:defRPr sz="22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80975" indent="-168275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01638" indent="-220663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82613" indent="-180975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763588" indent="-180975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078820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56787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34754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12722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>
              <a:buClr>
                <a:srgbClr val="00B050"/>
              </a:buClr>
              <a:buFont typeface="Wingdings" panose="05000000000000000000" pitchFamily="2" charset="2"/>
              <a:buChar char="§"/>
            </a:pPr>
            <a:r>
              <a:rPr lang="en-US" dirty="0"/>
              <a:t>Inboard movements</a:t>
            </a:r>
          </a:p>
          <a:p>
            <a:pPr lvl="3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/>
              <a:t>=&gt; validated</a:t>
            </a:r>
          </a:p>
        </p:txBody>
      </p:sp>
      <p:sp>
        <p:nvSpPr>
          <p:cNvPr id="2062" name="Espace réservé du texte 21">
            <a:extLst>
              <a:ext uri="{FF2B5EF4-FFF2-40B4-BE49-F238E27FC236}">
                <a16:creationId xmlns:a16="http://schemas.microsoft.com/office/drawing/2014/main" id="{68F91243-FAEC-B594-FBED-7739B194B5C7}"/>
              </a:ext>
            </a:extLst>
          </p:cNvPr>
          <p:cNvSpPr txBox="1">
            <a:spLocks/>
          </p:cNvSpPr>
          <p:nvPr/>
        </p:nvSpPr>
        <p:spPr>
          <a:xfrm>
            <a:off x="4635499" y="8379586"/>
            <a:ext cx="2577771" cy="75488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755934" rtl="0" eaLnBrk="1" latinLnBrk="0" hangingPunct="1">
              <a:lnSpc>
                <a:spcPct val="90000"/>
              </a:lnSpc>
              <a:spcBef>
                <a:spcPts val="827"/>
              </a:spcBef>
              <a:buFont typeface="Arial" panose="020B0604020202020204" pitchFamily="34" charset="0"/>
              <a:buNone/>
              <a:defRPr sz="22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80975" indent="-168275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01638" indent="-220663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82613" indent="-180975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763588" indent="-180975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078820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56787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34754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12722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/>
              <a:t>Coupler movements</a:t>
            </a:r>
          </a:p>
          <a:p>
            <a:pPr lvl="3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n-US" dirty="0"/>
              <a:t>=&gt; Not validated</a:t>
            </a:r>
          </a:p>
          <a:p>
            <a:pPr lvl="3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n-US" dirty="0"/>
              <a:t>Not works on our loan material</a:t>
            </a:r>
          </a:p>
        </p:txBody>
      </p:sp>
      <p:sp>
        <p:nvSpPr>
          <p:cNvPr id="2063" name="Rectangle 5">
            <a:extLst>
              <a:ext uri="{FF2B5EF4-FFF2-40B4-BE49-F238E27FC236}">
                <a16:creationId xmlns:a16="http://schemas.microsoft.com/office/drawing/2014/main" id="{A734834A-EDEF-5A1E-6B92-5259EEDAF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5" y="6470126"/>
            <a:ext cx="284163" cy="231775"/>
          </a:xfrm>
          <a:prstGeom prst="rect">
            <a:avLst/>
          </a:prstGeom>
          <a:noFill/>
          <a:ln w="1905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74295" tIns="8890" rIns="74295" bIns="889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064" name="Rectangle 5">
            <a:extLst>
              <a:ext uri="{FF2B5EF4-FFF2-40B4-BE49-F238E27FC236}">
                <a16:creationId xmlns:a16="http://schemas.microsoft.com/office/drawing/2014/main" id="{FE120F66-7C25-528F-0E5F-8AA62F9B82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8073" y="7741266"/>
            <a:ext cx="284163" cy="231775"/>
          </a:xfrm>
          <a:prstGeom prst="rect">
            <a:avLst/>
          </a:prstGeom>
          <a:noFill/>
          <a:ln w="1905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74295" tIns="8890" rIns="74295" bIns="889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066" name="Text Box 8">
            <a:extLst>
              <a:ext uri="{FF2B5EF4-FFF2-40B4-BE49-F238E27FC236}">
                <a16:creationId xmlns:a16="http://schemas.microsoft.com/office/drawing/2014/main" id="{0D55B6D5-4183-FC86-F0A5-2C3083ED97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9126" y="7753726"/>
            <a:ext cx="673100" cy="21931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74295" tIns="8890" rIns="74295" bIns="88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fr-FR" altLang="fr-FR" sz="11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Forward</a:t>
            </a: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67" name="Text Box 9">
            <a:extLst>
              <a:ext uri="{FF2B5EF4-FFF2-40B4-BE49-F238E27FC236}">
                <a16:creationId xmlns:a16="http://schemas.microsoft.com/office/drawing/2014/main" id="{CC3E63EF-D1EA-F335-9E34-7C71D4A20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6922" y="6480117"/>
            <a:ext cx="455612" cy="1857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74295" tIns="8890" rIns="74295" bIns="88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Back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69" name="Picture 2068">
            <a:extLst>
              <a:ext uri="{FF2B5EF4-FFF2-40B4-BE49-F238E27FC236}">
                <a16:creationId xmlns:a16="http://schemas.microsoft.com/office/drawing/2014/main" id="{AC32A7B8-B35E-1D26-B9A4-C5CCD5F46B8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4527" y="6502874"/>
            <a:ext cx="1382754" cy="1433832"/>
          </a:xfrm>
          <a:prstGeom prst="rect">
            <a:avLst/>
          </a:prstGeom>
        </p:spPr>
      </p:pic>
      <p:sp>
        <p:nvSpPr>
          <p:cNvPr id="2070" name="Rectangle 5">
            <a:extLst>
              <a:ext uri="{FF2B5EF4-FFF2-40B4-BE49-F238E27FC236}">
                <a16:creationId xmlns:a16="http://schemas.microsoft.com/office/drawing/2014/main" id="{D2F18B63-7617-8319-E263-5E3B7CDD22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0691" y="6485748"/>
            <a:ext cx="284163" cy="23177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74295" tIns="8890" rIns="74295" bIns="889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071" name="Rectangle 5">
            <a:extLst>
              <a:ext uri="{FF2B5EF4-FFF2-40B4-BE49-F238E27FC236}">
                <a16:creationId xmlns:a16="http://schemas.microsoft.com/office/drawing/2014/main" id="{1F4506B5-F26E-EBBD-7CDD-FA0DFECAA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6195" y="7682512"/>
            <a:ext cx="284163" cy="23177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74295" tIns="8890" rIns="74295" bIns="889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072" name="Text Box 9">
            <a:extLst>
              <a:ext uri="{FF2B5EF4-FFF2-40B4-BE49-F238E27FC236}">
                <a16:creationId xmlns:a16="http://schemas.microsoft.com/office/drawing/2014/main" id="{178D7244-1C6A-758C-C773-35CB0A9C64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8255" y="6508766"/>
            <a:ext cx="455612" cy="1857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74295" tIns="8890" rIns="74295" bIns="88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Back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73" name="Text Box 8">
            <a:extLst>
              <a:ext uri="{FF2B5EF4-FFF2-40B4-BE49-F238E27FC236}">
                <a16:creationId xmlns:a16="http://schemas.microsoft.com/office/drawing/2014/main" id="{BB3777BB-3FD3-F331-E2F9-8C30D6B893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1444" y="7796468"/>
            <a:ext cx="673100" cy="21931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74295" tIns="8890" rIns="74295" bIns="88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fr-FR" altLang="fr-FR" sz="11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Forward</a:t>
            </a: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74" name="Picture 2073">
            <a:extLst>
              <a:ext uri="{FF2B5EF4-FFF2-40B4-BE49-F238E27FC236}">
                <a16:creationId xmlns:a16="http://schemas.microsoft.com/office/drawing/2014/main" id="{F28CA5D1-53E7-6BAE-0212-AE76D8E96F3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4527" y="8117475"/>
            <a:ext cx="1382754" cy="1433832"/>
          </a:xfrm>
          <a:prstGeom prst="rect">
            <a:avLst/>
          </a:prstGeom>
        </p:spPr>
      </p:pic>
      <p:sp>
        <p:nvSpPr>
          <p:cNvPr id="2075" name="Rectangle 5">
            <a:extLst>
              <a:ext uri="{FF2B5EF4-FFF2-40B4-BE49-F238E27FC236}">
                <a16:creationId xmlns:a16="http://schemas.microsoft.com/office/drawing/2014/main" id="{484592F1-C56D-C5E5-A106-A09A3DAD7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8367" y="8690660"/>
            <a:ext cx="284163" cy="23177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74295" tIns="8890" rIns="74295" bIns="889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076" name="Rectangle 5">
            <a:extLst>
              <a:ext uri="{FF2B5EF4-FFF2-40B4-BE49-F238E27FC236}">
                <a16:creationId xmlns:a16="http://schemas.microsoft.com/office/drawing/2014/main" id="{C23AD5F0-4A67-8478-F14F-88769B537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0697" y="8718503"/>
            <a:ext cx="284163" cy="23177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74295" tIns="8890" rIns="74295" bIns="889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077" name="Rectangle 5">
            <a:extLst>
              <a:ext uri="{FF2B5EF4-FFF2-40B4-BE49-F238E27FC236}">
                <a16:creationId xmlns:a16="http://schemas.microsoft.com/office/drawing/2014/main" id="{7305CFBE-3F31-5C0A-A1FA-587B07B42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8660" y="8703492"/>
            <a:ext cx="284163" cy="231775"/>
          </a:xfrm>
          <a:prstGeom prst="rect">
            <a:avLst/>
          </a:prstGeom>
          <a:noFill/>
          <a:ln w="1905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74295" tIns="8890" rIns="74295" bIns="889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078" name="Rectangle 5">
            <a:extLst>
              <a:ext uri="{FF2B5EF4-FFF2-40B4-BE49-F238E27FC236}">
                <a16:creationId xmlns:a16="http://schemas.microsoft.com/office/drawing/2014/main" id="{826973FE-56AC-96A9-00E8-DA50B037E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6673" y="8703491"/>
            <a:ext cx="284163" cy="231775"/>
          </a:xfrm>
          <a:prstGeom prst="rect">
            <a:avLst/>
          </a:prstGeom>
          <a:noFill/>
          <a:ln w="1905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74295" tIns="8890" rIns="74295" bIns="889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079" name="Text Box 10">
            <a:extLst>
              <a:ext uri="{FF2B5EF4-FFF2-40B4-BE49-F238E27FC236}">
                <a16:creationId xmlns:a16="http://schemas.microsoft.com/office/drawing/2014/main" id="{D683D2B6-96FA-089F-7DA4-4FF26E441C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8496" y="8441520"/>
            <a:ext cx="455612" cy="1841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74295" tIns="8890" rIns="74295" bIns="88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fr-FR" altLang="fr-FR" sz="11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close</a:t>
            </a: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24" name="Text Box 10">
            <a:extLst>
              <a:ext uri="{FF2B5EF4-FFF2-40B4-BE49-F238E27FC236}">
                <a16:creationId xmlns:a16="http://schemas.microsoft.com/office/drawing/2014/main" id="{40EF7DD1-DE7F-ACEB-F752-CEE63765B8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030" y="8458988"/>
            <a:ext cx="455612" cy="1841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74295" tIns="8890" rIns="74295" bIns="88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fr-FR" altLang="fr-FR" sz="11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close</a:t>
            </a: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25" name="Text Box 11">
            <a:extLst>
              <a:ext uri="{FF2B5EF4-FFF2-40B4-BE49-F238E27FC236}">
                <a16:creationId xmlns:a16="http://schemas.microsoft.com/office/drawing/2014/main" id="{2038CCEE-9D92-0ECB-6E1D-B43C1C9F9D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215" y="8442025"/>
            <a:ext cx="454025" cy="1857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74295" tIns="8890" rIns="74295" bIns="88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open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28" name="Text Box 11">
            <a:extLst>
              <a:ext uri="{FF2B5EF4-FFF2-40B4-BE49-F238E27FC236}">
                <a16:creationId xmlns:a16="http://schemas.microsoft.com/office/drawing/2014/main" id="{F67E639C-3BA7-CFC9-CE94-B82591BDB6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863" y="8442025"/>
            <a:ext cx="454025" cy="1857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74295" tIns="8890" rIns="74295" bIns="88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open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5774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6E0427-3D8C-B641-8FC5-51E658266C3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473200" y="9982172"/>
            <a:ext cx="5123749" cy="569240"/>
          </a:xfrm>
        </p:spPr>
        <p:txBody>
          <a:bodyPr/>
          <a:lstStyle/>
          <a:p>
            <a:r>
              <a:rPr lang="en-US" dirty="0"/>
              <a:t>CONDUCTIX radio tests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0FEB7D4-A0F0-7C48-A42A-3D8BA8505B3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880436" y="9982172"/>
            <a:ext cx="434763" cy="569240"/>
          </a:xfrm>
        </p:spPr>
        <p:txBody>
          <a:bodyPr/>
          <a:lstStyle/>
          <a:p>
            <a:fld id="{B661E99B-6932-8147-88FA-D853710A6FA6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9" name="Titre 8">
            <a:extLst>
              <a:ext uri="{FF2B5EF4-FFF2-40B4-BE49-F238E27FC236}">
                <a16:creationId xmlns:a16="http://schemas.microsoft.com/office/drawing/2014/main" id="{E90442F8-4B3B-9F45-B1D0-41CA4169E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1" y="496388"/>
            <a:ext cx="6757060" cy="1094905"/>
          </a:xfrm>
        </p:spPr>
        <p:txBody>
          <a:bodyPr/>
          <a:lstStyle/>
          <a:p>
            <a:r>
              <a:rPr lang="en-US" dirty="0"/>
              <a:t>Comparison with CAVOTEC</a:t>
            </a:r>
            <a:endParaRPr lang="en-US" noProof="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F114FF7-AD31-A542-A9DF-A27CEC32A9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5657441"/>
              </p:ext>
            </p:extLst>
          </p:nvPr>
        </p:nvGraphicFramePr>
        <p:xfrm>
          <a:off x="523875" y="2461135"/>
          <a:ext cx="6689397" cy="3120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9799">
                  <a:extLst>
                    <a:ext uri="{9D8B030D-6E8A-4147-A177-3AD203B41FA5}">
                      <a16:colId xmlns:a16="http://schemas.microsoft.com/office/drawing/2014/main" val="3307835240"/>
                    </a:ext>
                  </a:extLst>
                </a:gridCol>
                <a:gridCol w="2229799">
                  <a:extLst>
                    <a:ext uri="{9D8B030D-6E8A-4147-A177-3AD203B41FA5}">
                      <a16:colId xmlns:a16="http://schemas.microsoft.com/office/drawing/2014/main" val="2326033775"/>
                    </a:ext>
                  </a:extLst>
                </a:gridCol>
                <a:gridCol w="2229799">
                  <a:extLst>
                    <a:ext uri="{9D8B030D-6E8A-4147-A177-3AD203B41FA5}">
                      <a16:colId xmlns:a16="http://schemas.microsoft.com/office/drawing/2014/main" val="3652784233"/>
                    </a:ext>
                  </a:extLst>
                </a:gridCol>
              </a:tblGrid>
              <a:tr h="402124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Actual - CAVOTEC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Tested - CONDUCTIX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1638428"/>
                  </a:ext>
                </a:extLst>
              </a:tr>
              <a:tr h="1892053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1058746"/>
                  </a:ext>
                </a:extLst>
              </a:tr>
              <a:tr h="826338">
                <a:tc>
                  <a:txBody>
                    <a:bodyPr/>
                    <a:lstStyle/>
                    <a:p>
                      <a:pPr algn="l"/>
                      <a:r>
                        <a:rPr lang="fr-FR" dirty="0"/>
                        <a:t>No DBV commands on radio</a:t>
                      </a:r>
                    </a:p>
                    <a:p>
                      <a:pPr algn="l"/>
                      <a:r>
                        <a:rPr lang="fr-FR" dirty="0"/>
                        <a:t>Only on LCP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247914"/>
                  </a:ext>
                </a:extLst>
              </a:tr>
            </a:tbl>
          </a:graphicData>
        </a:graphic>
      </p:graphicFrame>
      <p:sp>
        <p:nvSpPr>
          <p:cNvPr id="4" name="Espace réservé du texte 21">
            <a:extLst>
              <a:ext uri="{FF2B5EF4-FFF2-40B4-BE49-F238E27FC236}">
                <a16:creationId xmlns:a16="http://schemas.microsoft.com/office/drawing/2014/main" id="{2CA059CF-6125-BFE2-A597-6705F458153E}"/>
              </a:ext>
            </a:extLst>
          </p:cNvPr>
          <p:cNvSpPr txBox="1">
            <a:spLocks/>
          </p:cNvSpPr>
          <p:nvPr/>
        </p:nvSpPr>
        <p:spPr>
          <a:xfrm>
            <a:off x="4635500" y="3045586"/>
            <a:ext cx="2577771" cy="75488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755934" rtl="0" eaLnBrk="1" latinLnBrk="0" hangingPunct="1">
              <a:lnSpc>
                <a:spcPct val="90000"/>
              </a:lnSpc>
              <a:spcBef>
                <a:spcPts val="827"/>
              </a:spcBef>
              <a:buFont typeface="Arial" panose="020B0604020202020204" pitchFamily="34" charset="0"/>
              <a:buNone/>
              <a:defRPr sz="22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80975" indent="-168275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01638" indent="-220663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82613" indent="-180975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763588" indent="-180975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078820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56787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34754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12722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>
              <a:buClr>
                <a:srgbClr val="00B050"/>
              </a:buClr>
              <a:buFont typeface="Wingdings" panose="05000000000000000000" pitchFamily="2" charset="2"/>
              <a:buChar char="§"/>
            </a:pPr>
            <a:r>
              <a:rPr lang="en-US" dirty="0"/>
              <a:t>DBV movements</a:t>
            </a:r>
          </a:p>
          <a:p>
            <a:pPr lvl="3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/>
              <a:t>=&gt; validated</a:t>
            </a:r>
          </a:p>
        </p:txBody>
      </p:sp>
      <p:sp>
        <p:nvSpPr>
          <p:cNvPr id="15" name="Espace réservé du contenu 9">
            <a:extLst>
              <a:ext uri="{FF2B5EF4-FFF2-40B4-BE49-F238E27FC236}">
                <a16:creationId xmlns:a16="http://schemas.microsoft.com/office/drawing/2014/main" id="{942DB979-1796-301C-E17F-2AB98B233FEA}"/>
              </a:ext>
            </a:extLst>
          </p:cNvPr>
          <p:cNvSpPr txBox="1">
            <a:spLocks/>
          </p:cNvSpPr>
          <p:nvPr/>
        </p:nvSpPr>
        <p:spPr>
          <a:xfrm>
            <a:off x="277813" y="1812325"/>
            <a:ext cx="6757987" cy="3828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755934" rtl="0" eaLnBrk="1" latinLnBrk="0" hangingPunct="1">
              <a:lnSpc>
                <a:spcPct val="90000"/>
              </a:lnSpc>
              <a:spcBef>
                <a:spcPts val="827"/>
              </a:spcBef>
              <a:buFont typeface="Arial" panose="020B0604020202020204" pitchFamily="34" charset="0"/>
              <a:buNone/>
              <a:defRPr sz="22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80975" indent="-168275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01638" indent="-220663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82613" indent="-180975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763588" indent="-180975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078820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56787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34754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12722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lvl="3" indent="0">
              <a:buFont typeface="Arial" panose="020B0604020202020204" pitchFamily="34" charset="0"/>
              <a:buNone/>
            </a:pPr>
            <a:r>
              <a:rPr lang="en-US" u="sng" dirty="0"/>
              <a:t>2.2/ Arm movements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261FAB3-95D6-51CE-C5B3-C69B09033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485" y="3396343"/>
            <a:ext cx="745738" cy="1239241"/>
          </a:xfrm>
          <a:prstGeom prst="rect">
            <a:avLst/>
          </a:prstGeom>
        </p:spPr>
      </p:pic>
      <p:sp>
        <p:nvSpPr>
          <p:cNvPr id="16" name="Rectangle 5">
            <a:extLst>
              <a:ext uri="{FF2B5EF4-FFF2-40B4-BE49-F238E27FC236}">
                <a16:creationId xmlns:a16="http://schemas.microsoft.com/office/drawing/2014/main" id="{6674279C-D7B4-C3AA-93F9-FA6FB981B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7755" y="3479170"/>
            <a:ext cx="372573" cy="270540"/>
          </a:xfrm>
          <a:prstGeom prst="rect">
            <a:avLst/>
          </a:prstGeom>
          <a:noFill/>
          <a:ln w="1905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74295" tIns="8890" rIns="74295" bIns="889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8E9A48D6-6F62-D3F9-D0B2-4C0D9AA97C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6165" y="4201228"/>
            <a:ext cx="284163" cy="383017"/>
          </a:xfrm>
          <a:prstGeom prst="rect">
            <a:avLst/>
          </a:prstGeom>
          <a:noFill/>
          <a:ln w="1905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74295" tIns="8890" rIns="74295" bIns="889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8" name="Text Box 9">
            <a:extLst>
              <a:ext uri="{FF2B5EF4-FFF2-40B4-BE49-F238E27FC236}">
                <a16:creationId xmlns:a16="http://schemas.microsoft.com/office/drawing/2014/main" id="{FE6C3CE6-4946-E014-04B2-B3B4354D7F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2440" y="3173475"/>
            <a:ext cx="455612" cy="1857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74295" tIns="8890" rIns="74295" bIns="88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Back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4784E16-2883-2FB2-B5F8-84343B07F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626" y="3359212"/>
            <a:ext cx="828974" cy="1196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008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6E0427-3D8C-B641-8FC5-51E658266C3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473200" y="9982172"/>
            <a:ext cx="5123749" cy="569240"/>
          </a:xfrm>
        </p:spPr>
        <p:txBody>
          <a:bodyPr/>
          <a:lstStyle/>
          <a:p>
            <a:r>
              <a:rPr lang="en-US" dirty="0"/>
              <a:t>CONDUCTIX radio tests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0FEB7D4-A0F0-7C48-A42A-3D8BA8505B3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880436" y="9982172"/>
            <a:ext cx="434763" cy="569240"/>
          </a:xfrm>
        </p:spPr>
        <p:txBody>
          <a:bodyPr/>
          <a:lstStyle/>
          <a:p>
            <a:fld id="{B661E99B-6932-8147-88FA-D853710A6FA6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9" name="Titre 8">
            <a:extLst>
              <a:ext uri="{FF2B5EF4-FFF2-40B4-BE49-F238E27FC236}">
                <a16:creationId xmlns:a16="http://schemas.microsoft.com/office/drawing/2014/main" id="{E90442F8-4B3B-9F45-B1D0-41CA4169E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1" y="496388"/>
            <a:ext cx="6757060" cy="1094905"/>
          </a:xfrm>
        </p:spPr>
        <p:txBody>
          <a:bodyPr/>
          <a:lstStyle/>
          <a:p>
            <a:r>
              <a:rPr lang="en-US" dirty="0"/>
              <a:t>Comparison with CAVOTEC</a:t>
            </a:r>
            <a:endParaRPr lang="en-US" noProof="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F114FF7-AD31-A542-A9DF-A27CEC32A9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3792413"/>
              </p:ext>
            </p:extLst>
          </p:nvPr>
        </p:nvGraphicFramePr>
        <p:xfrm>
          <a:off x="523875" y="2461136"/>
          <a:ext cx="6689397" cy="591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9799">
                  <a:extLst>
                    <a:ext uri="{9D8B030D-6E8A-4147-A177-3AD203B41FA5}">
                      <a16:colId xmlns:a16="http://schemas.microsoft.com/office/drawing/2014/main" val="3307835240"/>
                    </a:ext>
                  </a:extLst>
                </a:gridCol>
                <a:gridCol w="2229799">
                  <a:extLst>
                    <a:ext uri="{9D8B030D-6E8A-4147-A177-3AD203B41FA5}">
                      <a16:colId xmlns:a16="http://schemas.microsoft.com/office/drawing/2014/main" val="2326033775"/>
                    </a:ext>
                  </a:extLst>
                </a:gridCol>
                <a:gridCol w="2229799">
                  <a:extLst>
                    <a:ext uri="{9D8B030D-6E8A-4147-A177-3AD203B41FA5}">
                      <a16:colId xmlns:a16="http://schemas.microsoft.com/office/drawing/2014/main" val="36527842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Actual - CAVOTEC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Tested - CONDUCTIX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1638428"/>
                  </a:ext>
                </a:extLst>
              </a:tr>
              <a:tr h="1744857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1058746"/>
                  </a:ext>
                </a:extLst>
              </a:tr>
              <a:tr h="579049">
                <a:tc>
                  <a:txBody>
                    <a:bodyPr/>
                    <a:lstStyle/>
                    <a:p>
                      <a:pPr algn="l"/>
                      <a:r>
                        <a:rPr lang="fr-FR" dirty="0"/>
                        <a:t>Switch multi-positions</a:t>
                      </a:r>
                    </a:p>
                    <a:p>
                      <a:pPr algn="l"/>
                      <a:r>
                        <a:rPr lang="fr-FR" dirty="0"/>
                        <a:t>Led status</a:t>
                      </a: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Ø"/>
                      </a:pPr>
                      <a:r>
                        <a:rPr lang="fr-FR" dirty="0"/>
                        <a:t>OFF = Not selected</a:t>
                      </a: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Ø"/>
                      </a:pPr>
                      <a:r>
                        <a:rPr lang="fr-FR" dirty="0"/>
                        <a:t>blinking = selected</a:t>
                      </a: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Ø"/>
                      </a:pPr>
                      <a:r>
                        <a:rPr lang="fr-FR" dirty="0"/>
                        <a:t>ON = Locked</a:t>
                      </a: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Ø"/>
                      </a:pPr>
                      <a:r>
                        <a:rPr lang="fr-FR" dirty="0"/>
                        <a:t>….</a:t>
                      </a: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Ø"/>
                      </a:pPr>
                      <a:r>
                        <a:rPr lang="fr-FR" dirty="0"/>
                        <a:t>….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247914"/>
                  </a:ext>
                </a:extLst>
              </a:tr>
              <a:tr h="1745417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8398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988725"/>
                  </a:ext>
                </a:extLst>
              </a:tr>
            </a:tbl>
          </a:graphicData>
        </a:graphic>
      </p:graphicFrame>
      <p:sp>
        <p:nvSpPr>
          <p:cNvPr id="4" name="Espace réservé du texte 21">
            <a:extLst>
              <a:ext uri="{FF2B5EF4-FFF2-40B4-BE49-F238E27FC236}">
                <a16:creationId xmlns:a16="http://schemas.microsoft.com/office/drawing/2014/main" id="{2CA059CF-6125-BFE2-A597-6705F458153E}"/>
              </a:ext>
            </a:extLst>
          </p:cNvPr>
          <p:cNvSpPr txBox="1">
            <a:spLocks/>
          </p:cNvSpPr>
          <p:nvPr/>
        </p:nvSpPr>
        <p:spPr>
          <a:xfrm>
            <a:off x="4635500" y="3107804"/>
            <a:ext cx="2577771" cy="10326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755934" rtl="0" eaLnBrk="1" latinLnBrk="0" hangingPunct="1">
              <a:lnSpc>
                <a:spcPct val="90000"/>
              </a:lnSpc>
              <a:spcBef>
                <a:spcPts val="827"/>
              </a:spcBef>
              <a:buFont typeface="Arial" panose="020B0604020202020204" pitchFamily="34" charset="0"/>
              <a:buNone/>
              <a:defRPr sz="22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80975" indent="-168275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01638" indent="-220663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82613" indent="-180975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763588" indent="-180975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078820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56787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34754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12722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/>
              <a:t>No lights for arms </a:t>
            </a:r>
          </a:p>
          <a:p>
            <a:pPr marL="401638" lvl="3" indent="0">
              <a:buClr>
                <a:srgbClr val="FF0000"/>
              </a:buClr>
              <a:buNone/>
            </a:pPr>
            <a:r>
              <a:rPr lang="en-US" dirty="0"/>
              <a:t>selections</a:t>
            </a:r>
          </a:p>
          <a:p>
            <a:pPr lvl="3">
              <a:buClr>
                <a:srgbClr val="00B050"/>
              </a:buClr>
              <a:buFont typeface="Wingdings" panose="05000000000000000000" pitchFamily="2" charset="2"/>
              <a:buChar char="§"/>
            </a:pPr>
            <a:r>
              <a:rPr lang="en-US" dirty="0"/>
              <a:t>Picture displayed</a:t>
            </a:r>
          </a:p>
          <a:p>
            <a:pPr lvl="3">
              <a:buClr>
                <a:srgbClr val="00B050"/>
              </a:buClr>
              <a:buFont typeface="Wingdings" panose="05000000000000000000" pitchFamily="2" charset="2"/>
              <a:buChar char="§"/>
            </a:pPr>
            <a:r>
              <a:rPr lang="en-US" dirty="0"/>
              <a:t>B1 = Arm 1</a:t>
            </a:r>
          </a:p>
        </p:txBody>
      </p:sp>
      <p:sp>
        <p:nvSpPr>
          <p:cNvPr id="15" name="Espace réservé du contenu 9">
            <a:extLst>
              <a:ext uri="{FF2B5EF4-FFF2-40B4-BE49-F238E27FC236}">
                <a16:creationId xmlns:a16="http://schemas.microsoft.com/office/drawing/2014/main" id="{942DB979-1796-301C-E17F-2AB98B233FEA}"/>
              </a:ext>
            </a:extLst>
          </p:cNvPr>
          <p:cNvSpPr txBox="1">
            <a:spLocks/>
          </p:cNvSpPr>
          <p:nvPr/>
        </p:nvSpPr>
        <p:spPr>
          <a:xfrm>
            <a:off x="277813" y="1812325"/>
            <a:ext cx="6757987" cy="3828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755934" rtl="0" eaLnBrk="1" latinLnBrk="0" hangingPunct="1">
              <a:lnSpc>
                <a:spcPct val="90000"/>
              </a:lnSpc>
              <a:spcBef>
                <a:spcPts val="827"/>
              </a:spcBef>
              <a:buFont typeface="Arial" panose="020B0604020202020204" pitchFamily="34" charset="0"/>
              <a:buNone/>
              <a:defRPr sz="22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80975" indent="-168275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01638" indent="-220663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82613" indent="-180975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763588" indent="-180975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078820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56787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34754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12722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lvl="3" indent="0">
              <a:buFont typeface="Arial" panose="020B0604020202020204" pitchFamily="34" charset="0"/>
              <a:buNone/>
            </a:pPr>
            <a:r>
              <a:rPr lang="en-US" u="sng" dirty="0"/>
              <a:t>2.3/ Arm status on radio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650B75-650D-B9AD-0AEB-B38F394AB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938" y="2905847"/>
            <a:ext cx="1687886" cy="16057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D739AC7-07FD-FDB1-D9A2-DF1483B2C6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2575" y="2937324"/>
            <a:ext cx="828501" cy="913749"/>
          </a:xfrm>
          <a:prstGeom prst="rect">
            <a:avLst/>
          </a:prstGeom>
        </p:spPr>
      </p:pic>
      <p:sp>
        <p:nvSpPr>
          <p:cNvPr id="11" name="Arrow: Bent-Up 10">
            <a:extLst>
              <a:ext uri="{FF2B5EF4-FFF2-40B4-BE49-F238E27FC236}">
                <a16:creationId xmlns:a16="http://schemas.microsoft.com/office/drawing/2014/main" id="{F70632F0-FB8F-F744-BF65-AB2E17A945C3}"/>
              </a:ext>
            </a:extLst>
          </p:cNvPr>
          <p:cNvSpPr/>
          <p:nvPr/>
        </p:nvSpPr>
        <p:spPr>
          <a:xfrm rot="5400000">
            <a:off x="3078506" y="4057652"/>
            <a:ext cx="285201" cy="254488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FD8035B-16D2-4F37-7B28-CA68A0BB5E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1601" y="3496960"/>
            <a:ext cx="1164322" cy="103268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C70714F-A730-ED2A-1543-1EB122772F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8491" y="4681016"/>
            <a:ext cx="1163053" cy="11049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90FEA0E-7F66-7592-7BEF-389D59143A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2576" y="4602485"/>
            <a:ext cx="818498" cy="86984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CCD726B-B64C-90BB-6FFA-26D3C73558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5909" y="6317080"/>
            <a:ext cx="818498" cy="869843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C5AAF3D5-842A-8A19-E62C-AB0C31CF8A62}"/>
              </a:ext>
            </a:extLst>
          </p:cNvPr>
          <p:cNvGrpSpPr/>
          <p:nvPr/>
        </p:nvGrpSpPr>
        <p:grpSpPr>
          <a:xfrm>
            <a:off x="3681601" y="6806852"/>
            <a:ext cx="1153924" cy="1104901"/>
            <a:chOff x="0" y="0"/>
            <a:chExt cx="3358817" cy="3190875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7C70714F-A730-ED2A-1543-1EB122772F7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3358817" cy="3190875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B80E1D5E-ED09-1ABD-BB92-A455F53AD02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76275" y="895351"/>
              <a:ext cx="704762" cy="295238"/>
            </a:xfrm>
            <a:prstGeom prst="rect">
              <a:avLst/>
            </a:prstGeom>
          </p:spPr>
        </p:pic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DC5F332A-2AEF-D548-DCF8-8AAA07809C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55546" y="7243814"/>
            <a:ext cx="411855" cy="706037"/>
          </a:xfrm>
          <a:prstGeom prst="rect">
            <a:avLst/>
          </a:prstGeom>
        </p:spPr>
      </p:pic>
      <p:pic>
        <p:nvPicPr>
          <p:cNvPr id="1024" name="Picture 1023">
            <a:extLst>
              <a:ext uri="{FF2B5EF4-FFF2-40B4-BE49-F238E27FC236}">
                <a16:creationId xmlns:a16="http://schemas.microsoft.com/office/drawing/2014/main" id="{AB28F67B-67A8-8EE5-1DC6-CA2CBF2BA1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58028" y="5515922"/>
            <a:ext cx="411855" cy="706037"/>
          </a:xfrm>
          <a:prstGeom prst="rect">
            <a:avLst/>
          </a:prstGeom>
        </p:spPr>
      </p:pic>
      <p:sp>
        <p:nvSpPr>
          <p:cNvPr id="3" name="Espace réservé du texte 21">
            <a:extLst>
              <a:ext uri="{FF2B5EF4-FFF2-40B4-BE49-F238E27FC236}">
                <a16:creationId xmlns:a16="http://schemas.microsoft.com/office/drawing/2014/main" id="{5C692BC3-D26F-CC1F-4DDE-E195E74C2D0C}"/>
              </a:ext>
            </a:extLst>
          </p:cNvPr>
          <p:cNvSpPr txBox="1">
            <a:spLocks/>
          </p:cNvSpPr>
          <p:nvPr/>
        </p:nvSpPr>
        <p:spPr>
          <a:xfrm>
            <a:off x="4635500" y="4688954"/>
            <a:ext cx="2577771" cy="10326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755934" rtl="0" eaLnBrk="1" latinLnBrk="0" hangingPunct="1">
              <a:lnSpc>
                <a:spcPct val="90000"/>
              </a:lnSpc>
              <a:spcBef>
                <a:spcPts val="827"/>
              </a:spcBef>
              <a:buFont typeface="Arial" panose="020B0604020202020204" pitchFamily="34" charset="0"/>
              <a:buNone/>
              <a:defRPr sz="22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80975" indent="-168275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01638" indent="-220663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82613" indent="-180975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763588" indent="-180975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078820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56787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34754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12722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>
              <a:buClr>
                <a:srgbClr val="00B050"/>
              </a:buClr>
              <a:buFont typeface="Wingdings" panose="05000000000000000000" pitchFamily="2" charset="2"/>
              <a:buChar char="§"/>
            </a:pPr>
            <a:r>
              <a:rPr lang="en-US" dirty="0"/>
              <a:t>Icone displayed</a:t>
            </a:r>
          </a:p>
          <a:p>
            <a:pPr lvl="3">
              <a:buClr>
                <a:srgbClr val="00B050"/>
              </a:buClr>
              <a:buFont typeface="Wingdings" panose="05000000000000000000" pitchFamily="2" charset="2"/>
              <a:buChar char="§"/>
            </a:pPr>
            <a:r>
              <a:rPr lang="en-US" dirty="0"/>
              <a:t>B1 displayed</a:t>
            </a:r>
          </a:p>
          <a:p>
            <a:pPr lvl="3">
              <a:buClr>
                <a:srgbClr val="00B050"/>
              </a:buClr>
              <a:buFont typeface="Wingdings" panose="05000000000000000000" pitchFamily="2" charset="2"/>
              <a:buChar char="§"/>
            </a:pPr>
            <a:r>
              <a:rPr lang="en-US" dirty="0"/>
              <a:t>Lock open = selected        arm</a:t>
            </a:r>
          </a:p>
        </p:txBody>
      </p:sp>
      <p:sp>
        <p:nvSpPr>
          <p:cNvPr id="8" name="Espace réservé du texte 21">
            <a:extLst>
              <a:ext uri="{FF2B5EF4-FFF2-40B4-BE49-F238E27FC236}">
                <a16:creationId xmlns:a16="http://schemas.microsoft.com/office/drawing/2014/main" id="{6E31C366-13F5-2F5D-901D-C28FDFE879DA}"/>
              </a:ext>
            </a:extLst>
          </p:cNvPr>
          <p:cNvSpPr txBox="1">
            <a:spLocks/>
          </p:cNvSpPr>
          <p:nvPr/>
        </p:nvSpPr>
        <p:spPr>
          <a:xfrm>
            <a:off x="4635500" y="6365354"/>
            <a:ext cx="2577771" cy="10326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755934" rtl="0" eaLnBrk="1" latinLnBrk="0" hangingPunct="1">
              <a:lnSpc>
                <a:spcPct val="90000"/>
              </a:lnSpc>
              <a:spcBef>
                <a:spcPts val="827"/>
              </a:spcBef>
              <a:buFont typeface="Arial" panose="020B0604020202020204" pitchFamily="34" charset="0"/>
              <a:buNone/>
              <a:defRPr sz="22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80975" indent="-168275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01638" indent="-220663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82613" indent="-180975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763588" indent="-180975" algn="l" defTabSz="755934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078820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56787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34754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12722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>
              <a:buClr>
                <a:srgbClr val="00B050"/>
              </a:buClr>
              <a:buFont typeface="Wingdings" panose="05000000000000000000" pitchFamily="2" charset="2"/>
              <a:buChar char="§"/>
            </a:pPr>
            <a:r>
              <a:rPr lang="en-US" dirty="0"/>
              <a:t>Icone displayed</a:t>
            </a:r>
          </a:p>
          <a:p>
            <a:pPr lvl="3">
              <a:buClr>
                <a:srgbClr val="00B050"/>
              </a:buClr>
              <a:buFont typeface="Wingdings" panose="05000000000000000000" pitchFamily="2" charset="2"/>
              <a:buChar char="§"/>
            </a:pPr>
            <a:r>
              <a:rPr lang="en-US" dirty="0"/>
              <a:t>B1 displayed</a:t>
            </a:r>
          </a:p>
          <a:p>
            <a:pPr lvl="3">
              <a:buClr>
                <a:srgbClr val="00B050"/>
              </a:buClr>
              <a:buFont typeface="Wingdings" panose="05000000000000000000" pitchFamily="2" charset="2"/>
              <a:buChar char="§"/>
            </a:pPr>
            <a:r>
              <a:rPr lang="en-US" dirty="0"/>
              <a:t>Lock close = Locked arm</a:t>
            </a:r>
          </a:p>
        </p:txBody>
      </p:sp>
    </p:spTree>
    <p:extLst>
      <p:ext uri="{BB962C8B-B14F-4D97-AF65-F5344CB8AC3E}">
        <p14:creationId xmlns:p14="http://schemas.microsoft.com/office/powerpoint/2010/main" val="150533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>
            <a:extLst>
              <a:ext uri="{FF2B5EF4-FFF2-40B4-BE49-F238E27FC236}">
                <a16:creationId xmlns:a16="http://schemas.microsoft.com/office/drawing/2014/main" id="{FB522362-23F1-E44F-9C20-385C1FACE3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82800" y="5118507"/>
            <a:ext cx="5054600" cy="1995144"/>
          </a:xfrm>
        </p:spPr>
        <p:txBody>
          <a:bodyPr/>
          <a:lstStyle/>
          <a:p>
            <a:r>
              <a:rPr lang="en-US" dirty="0"/>
              <a:t>Remarks</a:t>
            </a:r>
            <a:endParaRPr lang="en-US" noProof="0" dirty="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EDD0DAA5-D26C-7145-9B02-CF00AFBB3BE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473200" y="9982172"/>
            <a:ext cx="5123749" cy="569240"/>
          </a:xfrm>
        </p:spPr>
        <p:txBody>
          <a:bodyPr/>
          <a:lstStyle/>
          <a:p>
            <a:r>
              <a:rPr lang="en-US" dirty="0"/>
              <a:t>CONDUCTIX radio tests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09CA4D3-213F-3841-81E8-D1FC1CD715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880436" y="9982172"/>
            <a:ext cx="434763" cy="569240"/>
          </a:xfrm>
        </p:spPr>
        <p:txBody>
          <a:bodyPr/>
          <a:lstStyle/>
          <a:p>
            <a:fld id="{B661E99B-6932-8147-88FA-D853710A6FA6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C11D1F35-1545-6846-865C-C04571A858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21456" y="2547769"/>
            <a:ext cx="2066656" cy="1995145"/>
          </a:xfrm>
        </p:spPr>
        <p:txBody>
          <a:bodyPr/>
          <a:lstStyle/>
          <a:p>
            <a:r>
              <a:rPr lang="en-US" noProof="0" dirty="0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55564186"/>
      </p:ext>
    </p:extLst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6E0427-3D8C-B641-8FC5-51E658266C3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473200" y="9982172"/>
            <a:ext cx="5123749" cy="569240"/>
          </a:xfrm>
        </p:spPr>
        <p:txBody>
          <a:bodyPr/>
          <a:lstStyle/>
          <a:p>
            <a:r>
              <a:rPr lang="en-US" dirty="0"/>
              <a:t>CONDUCTIX radio tests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0FEB7D4-A0F0-7C48-A42A-3D8BA8505B3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880436" y="9982172"/>
            <a:ext cx="434763" cy="569240"/>
          </a:xfrm>
        </p:spPr>
        <p:txBody>
          <a:bodyPr/>
          <a:lstStyle/>
          <a:p>
            <a:fld id="{B661E99B-6932-8147-88FA-D853710A6FA6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9" name="Titre 8">
            <a:extLst>
              <a:ext uri="{FF2B5EF4-FFF2-40B4-BE49-F238E27FC236}">
                <a16:creationId xmlns:a16="http://schemas.microsoft.com/office/drawing/2014/main" id="{E90442F8-4B3B-9F45-B1D0-41CA4169E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1" y="496388"/>
            <a:ext cx="6757060" cy="1094905"/>
          </a:xfrm>
        </p:spPr>
        <p:txBody>
          <a:bodyPr/>
          <a:lstStyle/>
          <a:p>
            <a:r>
              <a:rPr lang="en-US" dirty="0"/>
              <a:t>Remarks after tests</a:t>
            </a:r>
            <a:endParaRPr lang="en-US" noProof="0" dirty="0"/>
          </a:p>
        </p:txBody>
      </p:sp>
      <p:sp>
        <p:nvSpPr>
          <p:cNvPr id="3" name="Espace réservé du contenu 9">
            <a:extLst>
              <a:ext uri="{FF2B5EF4-FFF2-40B4-BE49-F238E27FC236}">
                <a16:creationId xmlns:a16="http://schemas.microsoft.com/office/drawing/2014/main" id="{E6361BF8-658C-3103-71DB-83E418E439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9413" y="1877951"/>
            <a:ext cx="6757060" cy="3876207"/>
          </a:xfrm>
        </p:spPr>
        <p:txBody>
          <a:bodyPr/>
          <a:lstStyle/>
          <a:p>
            <a:r>
              <a:rPr lang="en-US" dirty="0"/>
              <a:t>Points to be discuss:</a:t>
            </a:r>
            <a:endParaRPr lang="en-US" noProof="0" dirty="0"/>
          </a:p>
          <a:p>
            <a:pPr lvl="1"/>
            <a:r>
              <a:rPr lang="en-US" dirty="0"/>
              <a:t>Confirmed or not to have 3 status per arms</a:t>
            </a:r>
          </a:p>
          <a:p>
            <a:pPr marL="12700" lvl="1" indent="0">
              <a:buNone/>
            </a:pPr>
            <a:endParaRPr lang="en-US" noProof="0" dirty="0"/>
          </a:p>
          <a:p>
            <a:pPr marL="12700" lvl="1" indent="0">
              <a:buNone/>
            </a:pPr>
            <a:endParaRPr lang="en-US" dirty="0"/>
          </a:p>
          <a:p>
            <a:pPr marL="12700" lvl="1" indent="0">
              <a:buNone/>
            </a:pPr>
            <a:endParaRPr lang="en-US" dirty="0"/>
          </a:p>
          <a:p>
            <a:pPr marL="12700" lvl="1" indent="0">
              <a:buNone/>
            </a:pPr>
            <a:endParaRPr lang="en-US" dirty="0"/>
          </a:p>
          <a:p>
            <a:pPr marL="12700" lvl="1" indent="0">
              <a:buNone/>
            </a:pPr>
            <a:endParaRPr lang="en-US" dirty="0"/>
          </a:p>
          <a:p>
            <a:pPr marL="12700" lvl="1" indent="0">
              <a:buNone/>
            </a:pPr>
            <a:endParaRPr lang="en-US" dirty="0"/>
          </a:p>
          <a:p>
            <a:pPr marL="12700" lvl="1" indent="0">
              <a:buNone/>
            </a:pPr>
            <a:endParaRPr lang="en-US" dirty="0"/>
          </a:p>
          <a:p>
            <a:pPr marL="12700" lvl="1" indent="0">
              <a:buNone/>
            </a:pPr>
            <a:endParaRPr lang="en-US" dirty="0"/>
          </a:p>
          <a:p>
            <a:pPr lvl="2"/>
            <a:r>
              <a:rPr lang="en-US" dirty="0"/>
              <a:t>Suggestion: maybe 2 pictures are enough</a:t>
            </a:r>
          </a:p>
          <a:p>
            <a:pPr lvl="3"/>
            <a:r>
              <a:rPr lang="en-US" dirty="0"/>
              <a:t>Delecte picture nr1</a:t>
            </a:r>
          </a:p>
          <a:p>
            <a:pPr lvl="1"/>
            <a:r>
              <a:rPr lang="en-US" noProof="0" dirty="0"/>
              <a:t>Pictures are displayed in front of the main screen</a:t>
            </a:r>
          </a:p>
          <a:p>
            <a:pPr lvl="1"/>
            <a:endParaRPr lang="en-US" dirty="0"/>
          </a:p>
          <a:p>
            <a:pPr lvl="1"/>
            <a:endParaRPr lang="en-US" noProof="0" dirty="0"/>
          </a:p>
          <a:p>
            <a:pPr lvl="1"/>
            <a:endParaRPr lang="en-US" dirty="0"/>
          </a:p>
          <a:p>
            <a:pPr lvl="1"/>
            <a:endParaRPr lang="en-US" noProof="0" dirty="0"/>
          </a:p>
          <a:p>
            <a:pPr lvl="1"/>
            <a:endParaRPr lang="en-US" dirty="0"/>
          </a:p>
          <a:p>
            <a:pPr lvl="1"/>
            <a:endParaRPr lang="en-US" noProof="0" dirty="0"/>
          </a:p>
          <a:p>
            <a:pPr lvl="1"/>
            <a:endParaRPr lang="en-US" noProof="0" dirty="0"/>
          </a:p>
          <a:p>
            <a:pPr lvl="2"/>
            <a:r>
              <a:rPr lang="en-US" dirty="0"/>
              <a:t>Suggestion: See if it’s possible to call other pages with same picture as upper</a:t>
            </a:r>
            <a:endParaRPr lang="en-US" noProof="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0B13BC2-AC9B-E31D-5835-561EE0D655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878976"/>
              </p:ext>
            </p:extLst>
          </p:nvPr>
        </p:nvGraphicFramePr>
        <p:xfrm>
          <a:off x="290513" y="2719916"/>
          <a:ext cx="6689397" cy="26786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9799">
                  <a:extLst>
                    <a:ext uri="{9D8B030D-6E8A-4147-A177-3AD203B41FA5}">
                      <a16:colId xmlns:a16="http://schemas.microsoft.com/office/drawing/2014/main" val="4005905706"/>
                    </a:ext>
                  </a:extLst>
                </a:gridCol>
                <a:gridCol w="2229799">
                  <a:extLst>
                    <a:ext uri="{9D8B030D-6E8A-4147-A177-3AD203B41FA5}">
                      <a16:colId xmlns:a16="http://schemas.microsoft.com/office/drawing/2014/main" val="208630976"/>
                    </a:ext>
                  </a:extLst>
                </a:gridCol>
                <a:gridCol w="2229799">
                  <a:extLst>
                    <a:ext uri="{9D8B030D-6E8A-4147-A177-3AD203B41FA5}">
                      <a16:colId xmlns:a16="http://schemas.microsoft.com/office/drawing/2014/main" val="4178909580"/>
                    </a:ext>
                  </a:extLst>
                </a:gridCol>
              </a:tblGrid>
              <a:tr h="46951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[1] Arm not selected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[2] Arm selected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[3] Arm Locked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626178"/>
                  </a:ext>
                </a:extLst>
              </a:tr>
              <a:tr h="2209129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65478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2D5F63A7-1B05-ED46-854C-F7B1FAEDB6D5}"/>
              </a:ext>
            </a:extLst>
          </p:cNvPr>
          <p:cNvGrpSpPr/>
          <p:nvPr/>
        </p:nvGrpSpPr>
        <p:grpSpPr>
          <a:xfrm>
            <a:off x="359702" y="3279484"/>
            <a:ext cx="2116797" cy="2041816"/>
            <a:chOff x="0" y="0"/>
            <a:chExt cx="3249706" cy="322759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BB1DCA3-7EED-ACD6-B9C2-DBC9DF19EF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3249706" cy="3227599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15A4ADE-1B0B-AF80-42D1-C9B6453595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2500" y="894882"/>
              <a:ext cx="457143" cy="13335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59D3CA3-8A8A-4DA9-903C-BCC0DD0B10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70312" y="890400"/>
              <a:ext cx="318248" cy="1333500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D666D6C-3D43-0099-22AF-4E2700377200}"/>
              </a:ext>
            </a:extLst>
          </p:cNvPr>
          <p:cNvGrpSpPr/>
          <p:nvPr/>
        </p:nvGrpSpPr>
        <p:grpSpPr>
          <a:xfrm>
            <a:off x="2565400" y="3279484"/>
            <a:ext cx="2116798" cy="2066583"/>
            <a:chOff x="0" y="0"/>
            <a:chExt cx="3272118" cy="3227599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079FDA1-F3B6-A5BD-1C9F-B5DEFFAF5860}"/>
                </a:ext>
              </a:extLst>
            </p:cNvPr>
            <p:cNvGrpSpPr/>
            <p:nvPr/>
          </p:nvGrpSpPr>
          <p:grpSpPr>
            <a:xfrm>
              <a:off x="0" y="0"/>
              <a:ext cx="3272118" cy="3227599"/>
              <a:chOff x="0" y="0"/>
              <a:chExt cx="3272118" cy="3227599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B4C2F8F8-B232-5F22-F4A7-2F37AB7280FC}"/>
                  </a:ext>
                </a:extLst>
              </p:cNvPr>
              <p:cNvGrpSpPr/>
              <p:nvPr/>
            </p:nvGrpSpPr>
            <p:grpSpPr>
              <a:xfrm>
                <a:off x="0" y="0"/>
                <a:ext cx="3272118" cy="3227599"/>
                <a:chOff x="0" y="0"/>
                <a:chExt cx="3272118" cy="3227599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D3D9ED5B-0DF5-469E-9AB5-5177E00CA62D}"/>
                    </a:ext>
                  </a:extLst>
                </p:cNvPr>
                <p:cNvGrpSpPr/>
                <p:nvPr/>
              </p:nvGrpSpPr>
              <p:grpSpPr>
                <a:xfrm>
                  <a:off x="0" y="0"/>
                  <a:ext cx="3272118" cy="3227599"/>
                  <a:chOff x="0" y="0"/>
                  <a:chExt cx="3249706" cy="3227599"/>
                </a:xfrm>
              </p:grpSpPr>
              <p:pic>
                <p:nvPicPr>
                  <p:cNvPr id="25" name="Picture 24">
                    <a:extLst>
                      <a:ext uri="{FF2B5EF4-FFF2-40B4-BE49-F238E27FC236}">
                        <a16:creationId xmlns:a16="http://schemas.microsoft.com/office/drawing/2014/main" id="{4499C1EB-0AE8-EF37-A5E7-589D2487E5E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0" y="0"/>
                    <a:ext cx="3249706" cy="3227599"/>
                  </a:xfrm>
                  <a:prstGeom prst="rect">
                    <a:avLst/>
                  </a:prstGeom>
                </p:spPr>
              </p:pic>
              <p:pic>
                <p:nvPicPr>
                  <p:cNvPr id="26" name="Picture 25">
                    <a:extLst>
                      <a:ext uri="{FF2B5EF4-FFF2-40B4-BE49-F238E27FC236}">
                        <a16:creationId xmlns:a16="http://schemas.microsoft.com/office/drawing/2014/main" id="{F2DF1B51-D86B-B6FB-E818-E9452330DDB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952500" y="894882"/>
                    <a:ext cx="457143" cy="1333500"/>
                  </a:xfrm>
                  <a:prstGeom prst="rect">
                    <a:avLst/>
                  </a:prstGeom>
                </p:spPr>
              </p:pic>
              <p:pic>
                <p:nvPicPr>
                  <p:cNvPr id="27" name="Picture 26">
                    <a:extLst>
                      <a:ext uri="{FF2B5EF4-FFF2-40B4-BE49-F238E27FC236}">
                        <a16:creationId xmlns:a16="http://schemas.microsoft.com/office/drawing/2014/main" id="{0F5136C4-5BAA-1045-0839-1907B7167EB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2270312" y="890400"/>
                    <a:ext cx="318248" cy="1333500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9" name="Picture 18">
                  <a:extLst>
                    <a:ext uri="{FF2B5EF4-FFF2-40B4-BE49-F238E27FC236}">
                      <a16:creationId xmlns:a16="http://schemas.microsoft.com/office/drawing/2014/main" id="{318E316D-971A-4F5F-31A0-1C062B5D3F9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45776" y="971549"/>
                  <a:ext cx="246459" cy="167493"/>
                </a:xfrm>
                <a:prstGeom prst="rect">
                  <a:avLst/>
                </a:prstGeom>
              </p:spPr>
            </p:pic>
            <p:pic>
              <p:nvPicPr>
                <p:cNvPr id="20" name="Picture 19">
                  <a:extLst>
                    <a:ext uri="{FF2B5EF4-FFF2-40B4-BE49-F238E27FC236}">
                      <a16:creationId xmlns:a16="http://schemas.microsoft.com/office/drawing/2014/main" id="{13E3B1DF-B22A-4B2A-9E21-605B197E007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55301" y="1238249"/>
                  <a:ext cx="246459" cy="167493"/>
                </a:xfrm>
                <a:prstGeom prst="rect">
                  <a:avLst/>
                </a:prstGeom>
              </p:spPr>
            </p:pic>
            <p:pic>
              <p:nvPicPr>
                <p:cNvPr id="21" name="Picture 20">
                  <a:extLst>
                    <a:ext uri="{FF2B5EF4-FFF2-40B4-BE49-F238E27FC236}">
                      <a16:creationId xmlns:a16="http://schemas.microsoft.com/office/drawing/2014/main" id="{1811918B-BD77-477D-8413-3420C3B151E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64826" y="1514474"/>
                  <a:ext cx="246459" cy="167493"/>
                </a:xfrm>
                <a:prstGeom prst="rect">
                  <a:avLst/>
                </a:prstGeom>
              </p:spPr>
            </p:pic>
            <p:pic>
              <p:nvPicPr>
                <p:cNvPr id="22" name="Picture 21">
                  <a:extLst>
                    <a:ext uri="{FF2B5EF4-FFF2-40B4-BE49-F238E27FC236}">
                      <a16:creationId xmlns:a16="http://schemas.microsoft.com/office/drawing/2014/main" id="{7A36C0A3-E1AF-4C16-8EF7-8C0D84F987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286000" y="942975"/>
                  <a:ext cx="246459" cy="167493"/>
                </a:xfrm>
                <a:prstGeom prst="rect">
                  <a:avLst/>
                </a:prstGeom>
              </p:spPr>
            </p:pic>
            <p:pic>
              <p:nvPicPr>
                <p:cNvPr id="23" name="Picture 22">
                  <a:extLst>
                    <a:ext uri="{FF2B5EF4-FFF2-40B4-BE49-F238E27FC236}">
                      <a16:creationId xmlns:a16="http://schemas.microsoft.com/office/drawing/2014/main" id="{EB66964A-192D-40DA-8B01-793542AFC1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295525" y="1190625"/>
                  <a:ext cx="246459" cy="167493"/>
                </a:xfrm>
                <a:prstGeom prst="rect">
                  <a:avLst/>
                </a:prstGeom>
              </p:spPr>
            </p:pic>
            <p:pic>
              <p:nvPicPr>
                <p:cNvPr id="24" name="Picture 23">
                  <a:extLst>
                    <a:ext uri="{FF2B5EF4-FFF2-40B4-BE49-F238E27FC236}">
                      <a16:creationId xmlns:a16="http://schemas.microsoft.com/office/drawing/2014/main" id="{4779CEAC-C838-4EE2-AC35-DC9F102AE5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305050" y="1457325"/>
                  <a:ext cx="246459" cy="167493"/>
                </a:xfrm>
                <a:prstGeom prst="rect">
                  <a:avLst/>
                </a:prstGeom>
              </p:spPr>
            </p:pic>
          </p:grpSp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E0511C5B-F4CA-4ED3-AA5C-DBEE859B02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14575" y="1743075"/>
                <a:ext cx="246459" cy="167493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20F4503D-36DC-4C43-8FC2-BD204281D2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24100" y="2019300"/>
                <a:ext cx="246459" cy="167493"/>
              </a:xfrm>
              <a:prstGeom prst="rect">
                <a:avLst/>
              </a:prstGeom>
            </p:spPr>
          </p:pic>
        </p:grp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D52811B-F227-44F7-B66A-D11623AA18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64826" y="1790699"/>
              <a:ext cx="246459" cy="167493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FC831CA-97AA-4BA9-820E-7AC3B77BB4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74351" y="2057399"/>
              <a:ext cx="246459" cy="167493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40E2095-907A-B66B-2E83-5E255BD87B60}"/>
              </a:ext>
            </a:extLst>
          </p:cNvPr>
          <p:cNvGrpSpPr/>
          <p:nvPr/>
        </p:nvGrpSpPr>
        <p:grpSpPr>
          <a:xfrm>
            <a:off x="4805101" y="3279484"/>
            <a:ext cx="2116796" cy="2066583"/>
            <a:chOff x="0" y="0"/>
            <a:chExt cx="3278687" cy="3199778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C62EBC83-7464-9369-EB5F-D538BC61B81E}"/>
                </a:ext>
              </a:extLst>
            </p:cNvPr>
            <p:cNvGrpSpPr/>
            <p:nvPr/>
          </p:nvGrpSpPr>
          <p:grpSpPr>
            <a:xfrm>
              <a:off x="0" y="0"/>
              <a:ext cx="3278687" cy="3199778"/>
              <a:chOff x="0" y="0"/>
              <a:chExt cx="3249706" cy="3227599"/>
            </a:xfrm>
          </p:grpSpPr>
          <p:pic>
            <p:nvPicPr>
              <p:cNvPr id="40" name="Picture 39">
                <a:extLst>
                  <a:ext uri="{FF2B5EF4-FFF2-40B4-BE49-F238E27FC236}">
                    <a16:creationId xmlns:a16="http://schemas.microsoft.com/office/drawing/2014/main" id="{96D459E0-ED06-98A4-8E6A-B0C62254CF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0"/>
                <a:ext cx="3249706" cy="3227599"/>
              </a:xfrm>
              <a:prstGeom prst="rect">
                <a:avLst/>
              </a:prstGeom>
            </p:spPr>
          </p:pic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E44EFD1B-1AA4-575E-BDD9-D0892016FE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500" y="894882"/>
                <a:ext cx="457143" cy="1333500"/>
              </a:xfrm>
              <a:prstGeom prst="rect">
                <a:avLst/>
              </a:prstGeom>
            </p:spPr>
          </p:pic>
          <p:pic>
            <p:nvPicPr>
              <p:cNvPr id="42" name="Picture 41">
                <a:extLst>
                  <a:ext uri="{FF2B5EF4-FFF2-40B4-BE49-F238E27FC236}">
                    <a16:creationId xmlns:a16="http://schemas.microsoft.com/office/drawing/2014/main" id="{E964296F-680E-FA47-3400-4F2585A663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70312" y="890400"/>
                <a:ext cx="318248" cy="1333500"/>
              </a:xfrm>
              <a:prstGeom prst="rect">
                <a:avLst/>
              </a:prstGeom>
            </p:spPr>
          </p:pic>
        </p:grp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8AE4FE6-252B-F261-F616-98B9AC73AFC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46586" y="959069"/>
              <a:ext cx="178655" cy="169120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D91F0A31-9C34-4706-A7D0-5C8A6458087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4468" y="1223142"/>
              <a:ext cx="178655" cy="169120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55761439-10D5-4E37-8B00-6076CB3B69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5781" y="1506922"/>
              <a:ext cx="178655" cy="169120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72434441-676A-46F8-9689-17EC9D05B7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7094" y="1770995"/>
              <a:ext cx="178655" cy="169120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F9FF65AC-1515-45F3-B4A9-9DC42DDE347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8407" y="2035068"/>
              <a:ext cx="178655" cy="169120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6A37865A-423C-4A9D-B593-F9B23537A54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10308" y="2007479"/>
              <a:ext cx="178655" cy="169120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7824CCE4-D9C0-471E-B2EF-E621AD39AAE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11621" y="1732894"/>
              <a:ext cx="178655" cy="169120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05F00C47-C019-4978-B812-9346FA5EA57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12934" y="1451740"/>
              <a:ext cx="178655" cy="169120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01B204C6-9D24-4C20-9B6C-159F46794B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07678" y="1190293"/>
              <a:ext cx="178655" cy="169120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A20A69C8-8CFF-4260-B6C6-93724DCB3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95853" y="941984"/>
              <a:ext cx="178655" cy="169120"/>
            </a:xfrm>
            <a:prstGeom prst="rect">
              <a:avLst/>
            </a:prstGeom>
          </p:spPr>
        </p:pic>
      </p:grp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5EDC5E0C-DB2E-6778-407C-5F79F6268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9745135"/>
              </p:ext>
            </p:extLst>
          </p:nvPr>
        </p:nvGraphicFramePr>
        <p:xfrm>
          <a:off x="430213" y="6695016"/>
          <a:ext cx="4459598" cy="26786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9799">
                  <a:extLst>
                    <a:ext uri="{9D8B030D-6E8A-4147-A177-3AD203B41FA5}">
                      <a16:colId xmlns:a16="http://schemas.microsoft.com/office/drawing/2014/main" val="4005905706"/>
                    </a:ext>
                  </a:extLst>
                </a:gridCol>
                <a:gridCol w="2229799">
                  <a:extLst>
                    <a:ext uri="{9D8B030D-6E8A-4147-A177-3AD203B41FA5}">
                      <a16:colId xmlns:a16="http://schemas.microsoft.com/office/drawing/2014/main" val="208630976"/>
                    </a:ext>
                  </a:extLst>
                </a:gridCol>
              </a:tblGrid>
              <a:tr h="46951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[1] Main Screen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[2] Pictures called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626178"/>
                  </a:ext>
                </a:extLst>
              </a:tr>
              <a:tr h="2209129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65478"/>
                  </a:ext>
                </a:extLst>
              </a:tr>
            </a:tbl>
          </a:graphicData>
        </a:graphic>
      </p:graphicFrame>
      <p:grpSp>
        <p:nvGrpSpPr>
          <p:cNvPr id="44" name="Group 43">
            <a:extLst>
              <a:ext uri="{FF2B5EF4-FFF2-40B4-BE49-F238E27FC236}">
                <a16:creationId xmlns:a16="http://schemas.microsoft.com/office/drawing/2014/main" id="{C5C92B15-B095-3B73-7DBC-CED1D892F177}"/>
              </a:ext>
            </a:extLst>
          </p:cNvPr>
          <p:cNvGrpSpPr/>
          <p:nvPr/>
        </p:nvGrpSpPr>
        <p:grpSpPr>
          <a:xfrm>
            <a:off x="2709150" y="7254584"/>
            <a:ext cx="2116797" cy="2041816"/>
            <a:chOff x="0" y="0"/>
            <a:chExt cx="3249706" cy="3227599"/>
          </a:xfrm>
        </p:grpSpPr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AEF9E47E-B512-1734-CA52-DABD78CFA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3249706" cy="3227599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B8E1BB64-FB5E-38EC-B445-2992B83F70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2500" y="894882"/>
              <a:ext cx="457143" cy="1333500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79FA40FE-132A-77A6-11B3-2609BA64D4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70312" y="890400"/>
              <a:ext cx="318248" cy="1333500"/>
            </a:xfrm>
            <a:prstGeom prst="rect">
              <a:avLst/>
            </a:prstGeom>
          </p:spPr>
        </p:pic>
      </p:grpSp>
      <p:pic>
        <p:nvPicPr>
          <p:cNvPr id="48" name="Picture 1">
            <a:extLst>
              <a:ext uri="{FF2B5EF4-FFF2-40B4-BE49-F238E27FC236}">
                <a16:creationId xmlns:a16="http://schemas.microsoft.com/office/drawing/2014/main" id="{8598C0C6-0BC7-E4F4-0C83-813C5DFC98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711" y="7254584"/>
            <a:ext cx="2105289" cy="2041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3207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6E0427-3D8C-B641-8FC5-51E658266C3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473200" y="9982172"/>
            <a:ext cx="5123749" cy="569240"/>
          </a:xfrm>
        </p:spPr>
        <p:txBody>
          <a:bodyPr/>
          <a:lstStyle/>
          <a:p>
            <a:r>
              <a:rPr lang="en-US" dirty="0"/>
              <a:t>CONDUCTIX radio tests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0FEB7D4-A0F0-7C48-A42A-3D8BA8505B3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880436" y="9982172"/>
            <a:ext cx="434763" cy="569240"/>
          </a:xfrm>
        </p:spPr>
        <p:txBody>
          <a:bodyPr/>
          <a:lstStyle/>
          <a:p>
            <a:fld id="{B661E99B-6932-8147-88FA-D853710A6FA6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9" name="Titre 8">
            <a:extLst>
              <a:ext uri="{FF2B5EF4-FFF2-40B4-BE49-F238E27FC236}">
                <a16:creationId xmlns:a16="http://schemas.microsoft.com/office/drawing/2014/main" id="{E90442F8-4B3B-9F45-B1D0-41CA4169E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1" y="496388"/>
            <a:ext cx="6757060" cy="1094905"/>
          </a:xfrm>
        </p:spPr>
        <p:txBody>
          <a:bodyPr/>
          <a:lstStyle/>
          <a:p>
            <a:r>
              <a:rPr lang="en-US" dirty="0"/>
              <a:t>Remarks after tests</a:t>
            </a:r>
            <a:endParaRPr lang="en-US" noProof="0" dirty="0"/>
          </a:p>
        </p:txBody>
      </p:sp>
      <p:sp>
        <p:nvSpPr>
          <p:cNvPr id="3" name="Espace réservé du contenu 9">
            <a:extLst>
              <a:ext uri="{FF2B5EF4-FFF2-40B4-BE49-F238E27FC236}">
                <a16:creationId xmlns:a16="http://schemas.microsoft.com/office/drawing/2014/main" id="{E6361BF8-658C-3103-71DB-83E418E439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9413" y="1877951"/>
            <a:ext cx="6757060" cy="3876207"/>
          </a:xfrm>
        </p:spPr>
        <p:txBody>
          <a:bodyPr/>
          <a:lstStyle/>
          <a:p>
            <a:r>
              <a:rPr lang="en-US" dirty="0"/>
              <a:t>Points to be discuss:</a:t>
            </a:r>
            <a:endParaRPr lang="en-US" noProof="0" dirty="0"/>
          </a:p>
          <a:p>
            <a:pPr lvl="1"/>
            <a:r>
              <a:rPr lang="en-US" dirty="0"/>
              <a:t>Emergency Stop button use to switch off radio</a:t>
            </a:r>
          </a:p>
          <a:p>
            <a:pPr marL="12700" lvl="1" indent="0">
              <a:buNone/>
            </a:pPr>
            <a:endParaRPr lang="en-US" noProof="0" dirty="0"/>
          </a:p>
          <a:p>
            <a:pPr marL="12700" lvl="1" indent="0">
              <a:buNone/>
            </a:pPr>
            <a:endParaRPr lang="en-US" dirty="0"/>
          </a:p>
          <a:p>
            <a:pPr marL="12700" lvl="1" indent="0">
              <a:buNone/>
            </a:pPr>
            <a:endParaRPr lang="en-US" dirty="0"/>
          </a:p>
          <a:p>
            <a:pPr marL="12700" lvl="1" indent="0">
              <a:buNone/>
            </a:pPr>
            <a:endParaRPr lang="en-US" dirty="0"/>
          </a:p>
          <a:p>
            <a:pPr marL="12700" lvl="1" indent="0">
              <a:buNone/>
            </a:pPr>
            <a:endParaRPr lang="en-US" dirty="0"/>
          </a:p>
          <a:p>
            <a:pPr marL="12700" lvl="1" indent="0">
              <a:buNone/>
            </a:pPr>
            <a:endParaRPr lang="en-US" dirty="0"/>
          </a:p>
          <a:p>
            <a:pPr marL="12700" lvl="1" indent="0">
              <a:buNone/>
            </a:pPr>
            <a:endParaRPr lang="en-US" dirty="0"/>
          </a:p>
          <a:p>
            <a:pPr marL="12700" lvl="1" indent="0">
              <a:buNone/>
            </a:pPr>
            <a:endParaRPr lang="en-US" dirty="0"/>
          </a:p>
          <a:p>
            <a:pPr lvl="2"/>
            <a:r>
              <a:rPr lang="en-US" dirty="0"/>
              <a:t>Discuss with Conductix if possible, to use another button</a:t>
            </a:r>
          </a:p>
          <a:p>
            <a:pPr lvl="2"/>
            <a:r>
              <a:rPr lang="en-US" dirty="0"/>
              <a:t>Suggestion: </a:t>
            </a:r>
          </a:p>
          <a:p>
            <a:pPr lvl="3"/>
            <a:r>
              <a:rPr lang="en-US" dirty="0"/>
              <a:t>Press 1s on green button to switch ON</a:t>
            </a:r>
          </a:p>
          <a:p>
            <a:pPr lvl="3"/>
            <a:r>
              <a:rPr lang="en-US" dirty="0"/>
              <a:t>Press more than 2s on green button to switch OFF</a:t>
            </a:r>
          </a:p>
          <a:p>
            <a:pPr marL="401638" lvl="3" indent="0">
              <a:buNone/>
            </a:pPr>
            <a:endParaRPr lang="en-US" dirty="0"/>
          </a:p>
          <a:p>
            <a:pPr lvl="1"/>
            <a:r>
              <a:rPr lang="en-US" noProof="0" dirty="0"/>
              <a:t>Possible to add new texts or new pictures</a:t>
            </a:r>
          </a:p>
          <a:p>
            <a:pPr lvl="2"/>
            <a:r>
              <a:rPr lang="en-US" dirty="0"/>
              <a:t>Suggestion</a:t>
            </a:r>
          </a:p>
          <a:p>
            <a:pPr lvl="3"/>
            <a:r>
              <a:rPr lang="en-US" noProof="0" dirty="0"/>
              <a:t> Pump running</a:t>
            </a:r>
          </a:p>
          <a:p>
            <a:pPr lvl="3"/>
            <a:r>
              <a:rPr lang="en-US" dirty="0"/>
              <a:t>Pump Stop</a:t>
            </a:r>
            <a:endParaRPr lang="en-US" noProof="0" dirty="0"/>
          </a:p>
          <a:p>
            <a:pPr lvl="1"/>
            <a:r>
              <a:rPr lang="en-US" dirty="0"/>
              <a:t>Possible to connect cable on CONDUCTIX radio</a:t>
            </a:r>
          </a:p>
          <a:p>
            <a:pPr lvl="2"/>
            <a:r>
              <a:rPr lang="en-US" dirty="0"/>
              <a:t>Like pendant mode on CAVOTEC radio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0B13BC2-AC9B-E31D-5835-561EE0D655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9514987"/>
              </p:ext>
            </p:extLst>
          </p:nvPr>
        </p:nvGraphicFramePr>
        <p:xfrm>
          <a:off x="290513" y="2719916"/>
          <a:ext cx="6689397" cy="26786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9799">
                  <a:extLst>
                    <a:ext uri="{9D8B030D-6E8A-4147-A177-3AD203B41FA5}">
                      <a16:colId xmlns:a16="http://schemas.microsoft.com/office/drawing/2014/main" val="4005905706"/>
                    </a:ext>
                  </a:extLst>
                </a:gridCol>
                <a:gridCol w="2229799">
                  <a:extLst>
                    <a:ext uri="{9D8B030D-6E8A-4147-A177-3AD203B41FA5}">
                      <a16:colId xmlns:a16="http://schemas.microsoft.com/office/drawing/2014/main" val="208630976"/>
                    </a:ext>
                  </a:extLst>
                </a:gridCol>
                <a:gridCol w="2229799">
                  <a:extLst>
                    <a:ext uri="{9D8B030D-6E8A-4147-A177-3AD203B41FA5}">
                      <a16:colId xmlns:a16="http://schemas.microsoft.com/office/drawing/2014/main" val="4178909580"/>
                    </a:ext>
                  </a:extLst>
                </a:gridCol>
              </a:tblGrid>
              <a:tr h="46951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[1] Arm not selected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[2] Radio 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[3] Radio OFF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626178"/>
                  </a:ext>
                </a:extLst>
              </a:tr>
              <a:tr h="2209129">
                <a:tc>
                  <a:txBody>
                    <a:bodyPr/>
                    <a:lstStyle/>
                    <a:p>
                      <a:r>
                        <a:rPr lang="fr-FR" dirty="0"/>
                        <a:t>               </a:t>
                      </a:r>
                    </a:p>
                    <a:p>
                      <a:r>
                        <a:rPr lang="fr-FR" dirty="0"/>
                        <a:t>                Pressed </a:t>
                      </a:r>
                    </a:p>
                    <a:p>
                      <a:endParaRPr lang="fr-FR" dirty="0"/>
                    </a:p>
                    <a:p>
                      <a:endParaRPr lang="fr-FR" dirty="0"/>
                    </a:p>
                    <a:p>
                      <a:endParaRPr lang="fr-FR" dirty="0"/>
                    </a:p>
                    <a:p>
                      <a:endParaRPr lang="fr-FR" dirty="0"/>
                    </a:p>
                    <a:p>
                      <a:endParaRPr lang="fr-FR" dirty="0"/>
                    </a:p>
                    <a:p>
                      <a:r>
                        <a:rPr lang="fr-FR" dirty="0"/>
                        <a:t>                     Pressed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65478"/>
                  </a:ext>
                </a:extLst>
              </a:tr>
            </a:tbl>
          </a:graphicData>
        </a:graphic>
      </p:graphicFrame>
      <p:pic>
        <p:nvPicPr>
          <p:cNvPr id="1026" name="Picture 1">
            <a:extLst>
              <a:ext uri="{FF2B5EF4-FFF2-40B4-BE49-F238E27FC236}">
                <a16:creationId xmlns:a16="http://schemas.microsoft.com/office/drawing/2014/main" id="{EBE56F44-AAC7-6406-5A07-AE6453EE5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0459" y="3307614"/>
            <a:ext cx="2029977" cy="2000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1">
            <a:extLst>
              <a:ext uri="{FF2B5EF4-FFF2-40B4-BE49-F238E27FC236}">
                <a16:creationId xmlns:a16="http://schemas.microsoft.com/office/drawing/2014/main" id="{294D1103-FCBB-4B16-D0B7-38C80EA623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26" y="3308702"/>
            <a:ext cx="612774" cy="82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1">
            <a:extLst>
              <a:ext uri="{FF2B5EF4-FFF2-40B4-BE49-F238E27FC236}">
                <a16:creationId xmlns:a16="http://schemas.microsoft.com/office/drawing/2014/main" id="{D6826AD1-85A8-CE9A-F8D6-3BF7E03DA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4286" y="3293857"/>
            <a:ext cx="2099610" cy="2041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1">
            <a:extLst>
              <a:ext uri="{FF2B5EF4-FFF2-40B4-BE49-F238E27FC236}">
                <a16:creationId xmlns:a16="http://schemas.microsoft.com/office/drawing/2014/main" id="{2E29CA0C-1E2C-FB49-406D-2986B82391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311" y="4693082"/>
            <a:ext cx="1064023" cy="652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046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>
            <a:extLst>
              <a:ext uri="{FF2B5EF4-FFF2-40B4-BE49-F238E27FC236}">
                <a16:creationId xmlns:a16="http://schemas.microsoft.com/office/drawing/2014/main" id="{FB522362-23F1-E44F-9C20-385C1FACE3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82800" y="5118507"/>
            <a:ext cx="5054600" cy="1995144"/>
          </a:xfrm>
        </p:spPr>
        <p:txBody>
          <a:bodyPr/>
          <a:lstStyle/>
          <a:p>
            <a:r>
              <a:rPr lang="en-US" noProof="0" dirty="0"/>
              <a:t>Conclusion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EDD0DAA5-D26C-7145-9B02-CF00AFBB3BE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473200" y="9982172"/>
            <a:ext cx="5123749" cy="569240"/>
          </a:xfrm>
        </p:spPr>
        <p:txBody>
          <a:bodyPr/>
          <a:lstStyle/>
          <a:p>
            <a:r>
              <a:rPr lang="en-US" dirty="0"/>
              <a:t>CONDUCTIX radio tests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09CA4D3-213F-3841-81E8-D1FC1CD715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880436" y="9982172"/>
            <a:ext cx="434763" cy="569240"/>
          </a:xfrm>
        </p:spPr>
        <p:txBody>
          <a:bodyPr/>
          <a:lstStyle/>
          <a:p>
            <a:fld id="{B661E99B-6932-8147-88FA-D853710A6FA6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C11D1F35-1545-6846-865C-C04571A858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21456" y="2547769"/>
            <a:ext cx="2066656" cy="1995145"/>
          </a:xfrm>
        </p:spPr>
        <p:txBody>
          <a:bodyPr/>
          <a:lstStyle/>
          <a:p>
            <a:r>
              <a:rPr lang="en-US" noProof="0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38797774"/>
      </p:ext>
    </p:extLst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6E0427-3D8C-B641-8FC5-51E658266C3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473200" y="9982172"/>
            <a:ext cx="5123749" cy="569240"/>
          </a:xfrm>
        </p:spPr>
        <p:txBody>
          <a:bodyPr/>
          <a:lstStyle/>
          <a:p>
            <a:r>
              <a:rPr lang="en-US" dirty="0"/>
              <a:t>CONDUCTIX radio tests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0FEB7D4-A0F0-7C48-A42A-3D8BA8505B3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880436" y="9982172"/>
            <a:ext cx="434763" cy="569240"/>
          </a:xfrm>
        </p:spPr>
        <p:txBody>
          <a:bodyPr/>
          <a:lstStyle/>
          <a:p>
            <a:fld id="{B661E99B-6932-8147-88FA-D853710A6FA6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9" name="Titre 8">
            <a:extLst>
              <a:ext uri="{FF2B5EF4-FFF2-40B4-BE49-F238E27FC236}">
                <a16:creationId xmlns:a16="http://schemas.microsoft.com/office/drawing/2014/main" id="{E90442F8-4B3B-9F45-B1D0-41CA4169E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1" y="496388"/>
            <a:ext cx="6757060" cy="1094905"/>
          </a:xfrm>
        </p:spPr>
        <p:txBody>
          <a:bodyPr/>
          <a:lstStyle/>
          <a:p>
            <a:r>
              <a:rPr lang="en-US" noProof="0" dirty="0"/>
              <a:t>General conclusion</a:t>
            </a:r>
          </a:p>
        </p:txBody>
      </p:sp>
      <p:sp>
        <p:nvSpPr>
          <p:cNvPr id="3" name="Espace réservé du contenu 9">
            <a:extLst>
              <a:ext uri="{FF2B5EF4-FFF2-40B4-BE49-F238E27FC236}">
                <a16:creationId xmlns:a16="http://schemas.microsoft.com/office/drawing/2014/main" id="{E6361BF8-658C-3103-71DB-83E418E439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9413" y="2209800"/>
            <a:ext cx="6757060" cy="3876207"/>
          </a:xfrm>
        </p:spPr>
        <p:txBody>
          <a:bodyPr/>
          <a:lstStyle/>
          <a:p>
            <a:r>
              <a:rPr lang="en-US" noProof="0" dirty="0"/>
              <a:t>CONDUCTIX remote</a:t>
            </a:r>
            <a:r>
              <a:rPr lang="en-US" dirty="0"/>
              <a:t> vs CAVOTEC remote</a:t>
            </a:r>
            <a:endParaRPr lang="en-US" noProof="0" dirty="0"/>
          </a:p>
          <a:p>
            <a:pPr lvl="1"/>
            <a:r>
              <a:rPr lang="en-US" noProof="0" dirty="0"/>
              <a:t>CONDUCTIX remote do the same work like CAVOTEC remote</a:t>
            </a:r>
          </a:p>
          <a:p>
            <a:pPr lvl="1"/>
            <a:endParaRPr lang="en-US" noProof="0" dirty="0"/>
          </a:p>
          <a:p>
            <a:pPr lvl="1"/>
            <a:r>
              <a:rPr lang="en-US" dirty="0"/>
              <a:t>Some points need to be discussed and improved</a:t>
            </a:r>
          </a:p>
          <a:p>
            <a:pPr lvl="2"/>
            <a:r>
              <a:rPr lang="en-US" dirty="0"/>
              <a:t>Add new message</a:t>
            </a:r>
          </a:p>
          <a:p>
            <a:pPr lvl="2"/>
            <a:r>
              <a:rPr lang="en-US" dirty="0"/>
              <a:t>change or improve the arm status displayed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Some points need to be solved</a:t>
            </a:r>
          </a:p>
          <a:p>
            <a:pPr lvl="2"/>
            <a:r>
              <a:rPr lang="en-US" dirty="0"/>
              <a:t>Lost information “Présence radio réception” send by Moka radio during manipulation</a:t>
            </a:r>
          </a:p>
          <a:p>
            <a:pPr lvl="2"/>
            <a:r>
              <a:rPr lang="en-US" dirty="0"/>
              <a:t>How to change standby value on radio Moka</a:t>
            </a:r>
          </a:p>
          <a:p>
            <a:pPr marL="180975" lvl="2" indent="0">
              <a:buNone/>
            </a:pPr>
            <a:endParaRPr lang="en-US" dirty="0"/>
          </a:p>
          <a:p>
            <a:pPr lvl="1"/>
            <a:r>
              <a:rPr lang="en-US" noProof="0" dirty="0"/>
              <a:t>Another day of testing will be scheduled with its improvements </a:t>
            </a:r>
          </a:p>
          <a:p>
            <a:pPr lvl="2"/>
            <a:r>
              <a:rPr lang="en-US" noProof="0" dirty="0"/>
              <a:t>days should be defined with Training Center availibility</a:t>
            </a:r>
          </a:p>
        </p:txBody>
      </p:sp>
    </p:spTree>
    <p:extLst>
      <p:ext uri="{BB962C8B-B14F-4D97-AF65-F5344CB8AC3E}">
        <p14:creationId xmlns:p14="http://schemas.microsoft.com/office/powerpoint/2010/main" val="492307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5355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Personnalisé 387">
      <a:dk1>
        <a:srgbClr val="535552"/>
      </a:dk1>
      <a:lt1>
        <a:srgbClr val="FFFFFF"/>
      </a:lt1>
      <a:dk2>
        <a:srgbClr val="0070EF"/>
      </a:dk2>
      <a:lt2>
        <a:srgbClr val="80C7A0"/>
      </a:lt2>
      <a:accent1>
        <a:srgbClr val="EE7766"/>
      </a:accent1>
      <a:accent2>
        <a:srgbClr val="004C83"/>
      </a:accent2>
      <a:accent3>
        <a:srgbClr val="3C98B7"/>
      </a:accent3>
      <a:accent4>
        <a:srgbClr val="878787"/>
      </a:accent4>
      <a:accent5>
        <a:srgbClr val="DEDEDE"/>
      </a:accent5>
      <a:accent6>
        <a:srgbClr val="FDC300"/>
      </a:accent6>
      <a:hlink>
        <a:srgbClr val="004C83"/>
      </a:hlink>
      <a:folHlink>
        <a:srgbClr val="004C8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0-Template Technip Energies_EN_Portrait.pptx" id="{500C99D6-28B2-4036-B6BA-9171D8D7B179}" vid="{867AA4CF-7C5B-4C70-9D0A-15DDE649EDD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Wrap up_tests on JAY ELECTRONIC Radio_EN</Template>
  <TotalTime>639</TotalTime>
  <Words>654</Words>
  <Application>Microsoft Office PowerPoint</Application>
  <PresentationFormat>Custom</PresentationFormat>
  <Paragraphs>221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Arial Black</vt:lpstr>
      <vt:lpstr>Calibri</vt:lpstr>
      <vt:lpstr>Wingdings</vt:lpstr>
      <vt:lpstr>Thème Office</vt:lpstr>
      <vt:lpstr>Feedback on  CONDUCTIX (Jay Electronique) radio tests</vt:lpstr>
      <vt:lpstr>Agenda</vt:lpstr>
      <vt:lpstr>CONDUCTIX radio presentation</vt:lpstr>
      <vt:lpstr>Front side</vt:lpstr>
      <vt:lpstr>Comparison with CAVOTEC</vt:lpstr>
      <vt:lpstr>Tests functionalities</vt:lpstr>
      <vt:lpstr>Comparison with CAVOTEC</vt:lpstr>
      <vt:lpstr>Comparison with CAVOTEC</vt:lpstr>
      <vt:lpstr>Comparison with CAVOTEC</vt:lpstr>
      <vt:lpstr>Comparison with CAVOTEC</vt:lpstr>
      <vt:lpstr>Remarks</vt:lpstr>
      <vt:lpstr>Remarks after tests</vt:lpstr>
      <vt:lpstr>Remarks after tests</vt:lpstr>
      <vt:lpstr>Conclusion</vt:lpstr>
      <vt:lpstr>General 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Feedback on  CONDUCTIX (Jay Electronique) radio tests</dc:title>
  <dc:creator>Brice Belin</dc:creator>
  <cp:lastModifiedBy>Brice Belin</cp:lastModifiedBy>
  <cp:revision>28</cp:revision>
  <dcterms:created xsi:type="dcterms:W3CDTF">2023-10-18T07:18:11Z</dcterms:created>
  <dcterms:modified xsi:type="dcterms:W3CDTF">2023-11-16T12:51:55Z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b48b937-0ae3-46f5-b32e-f3232b5be847_Enabled">
    <vt:lpwstr>True</vt:lpwstr>
  </property>
  <property fmtid="{D5CDD505-2E9C-101B-9397-08002B2CF9AE}" pid="3" name="MSIP_Label_3b48b937-0ae3-46f5-b32e-f3232b5be847_SiteId">
    <vt:lpwstr>9179d01a-e94c-4488-b5f0-4554bc474f8c</vt:lpwstr>
  </property>
  <property fmtid="{D5CDD505-2E9C-101B-9397-08002B2CF9AE}" pid="4" name="MSIP_Label_3b48b937-0ae3-46f5-b32e-f3232b5be847_Owner">
    <vt:lpwstr>lydia.marchetti@technipfmc.com</vt:lpwstr>
  </property>
  <property fmtid="{D5CDD505-2E9C-101B-9397-08002B2CF9AE}" pid="5" name="MSIP_Label_3b48b937-0ae3-46f5-b32e-f3232b5be847_SetDate">
    <vt:lpwstr>2019-12-16T16:51:34.8926141Z</vt:lpwstr>
  </property>
  <property fmtid="{D5CDD505-2E9C-101B-9397-08002B2CF9AE}" pid="6" name="MSIP_Label_3b48b937-0ae3-46f5-b32e-f3232b5be847_Name">
    <vt:lpwstr>General</vt:lpwstr>
  </property>
  <property fmtid="{D5CDD505-2E9C-101B-9397-08002B2CF9AE}" pid="7" name="MSIP_Label_3b48b937-0ae3-46f5-b32e-f3232b5be847_Application">
    <vt:lpwstr>Microsoft Azure Information Protection</vt:lpwstr>
  </property>
  <property fmtid="{D5CDD505-2E9C-101B-9397-08002B2CF9AE}" pid="8" name="MSIP_Label_3b48b937-0ae3-46f5-b32e-f3232b5be847_Extended_MSFT_Method">
    <vt:lpwstr>Automatic</vt:lpwstr>
  </property>
  <property fmtid="{D5CDD505-2E9C-101B-9397-08002B2CF9AE}" pid="9" name="Sensitivity">
    <vt:lpwstr>General</vt:lpwstr>
  </property>
</Properties>
</file>